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6"/>
  </p:notesMasterIdLst>
  <p:handoutMasterIdLst>
    <p:handoutMasterId r:id="rId17"/>
  </p:handoutMasterIdLst>
  <p:sldIdLst>
    <p:sldId id="257" r:id="rId4"/>
    <p:sldId id="258" r:id="rId5"/>
    <p:sldId id="259" r:id="rId6"/>
    <p:sldId id="261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1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12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5" Type="http://schemas.openxmlformats.org/officeDocument/2006/relationships/theme" Target="../theme/theme2.xml"/><Relationship Id="rId14" Type="http://schemas.openxmlformats.org/officeDocument/2006/relationships/tags" Target="../tags/tag1.xml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9" Type="http://schemas.openxmlformats.org/officeDocument/2006/relationships/slideLayout" Target="../slideLayouts/slideLayout17.xml"/><Relationship Id="rId38" Type="http://schemas.openxmlformats.org/officeDocument/2006/relationships/tags" Target="../tags/tag48.xml"/><Relationship Id="rId37" Type="http://schemas.openxmlformats.org/officeDocument/2006/relationships/tags" Target="../tags/tag47.xml"/><Relationship Id="rId36" Type="http://schemas.openxmlformats.org/officeDocument/2006/relationships/tags" Target="../tags/tag46.xml"/><Relationship Id="rId35" Type="http://schemas.openxmlformats.org/officeDocument/2006/relationships/tags" Target="../tags/tag45.xml"/><Relationship Id="rId34" Type="http://schemas.openxmlformats.org/officeDocument/2006/relationships/tags" Target="../tags/tag44.xml"/><Relationship Id="rId33" Type="http://schemas.openxmlformats.org/officeDocument/2006/relationships/tags" Target="../tags/tag43.xml"/><Relationship Id="rId32" Type="http://schemas.openxmlformats.org/officeDocument/2006/relationships/tags" Target="../tags/tag42.xml"/><Relationship Id="rId31" Type="http://schemas.openxmlformats.org/officeDocument/2006/relationships/tags" Target="../tags/tag41.xml"/><Relationship Id="rId30" Type="http://schemas.openxmlformats.org/officeDocument/2006/relationships/tags" Target="../tags/tag40.xml"/><Relationship Id="rId3" Type="http://schemas.openxmlformats.org/officeDocument/2006/relationships/tags" Target="../tags/tag13.xml"/><Relationship Id="rId29" Type="http://schemas.openxmlformats.org/officeDocument/2006/relationships/tags" Target="../tags/tag39.xml"/><Relationship Id="rId28" Type="http://schemas.openxmlformats.org/officeDocument/2006/relationships/tags" Target="../tags/tag38.xml"/><Relationship Id="rId27" Type="http://schemas.openxmlformats.org/officeDocument/2006/relationships/tags" Target="../tags/tag37.xml"/><Relationship Id="rId26" Type="http://schemas.openxmlformats.org/officeDocument/2006/relationships/tags" Target="../tags/tag36.xml"/><Relationship Id="rId25" Type="http://schemas.openxmlformats.org/officeDocument/2006/relationships/tags" Target="../tags/tag35.xml"/><Relationship Id="rId24" Type="http://schemas.openxmlformats.org/officeDocument/2006/relationships/tags" Target="../tags/tag34.xml"/><Relationship Id="rId23" Type="http://schemas.openxmlformats.org/officeDocument/2006/relationships/tags" Target="../tags/tag33.xml"/><Relationship Id="rId22" Type="http://schemas.openxmlformats.org/officeDocument/2006/relationships/tags" Target="../tags/tag32.xml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tags" Target="../tags/tag12.xml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5" Type="http://schemas.openxmlformats.org/officeDocument/2006/relationships/slideLayout" Target="../slideLayouts/slideLayout17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tags" Target="../tags/tag50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99" Type="http://schemas.openxmlformats.org/officeDocument/2006/relationships/tags" Target="../tags/tag166.xml"/><Relationship Id="rId98" Type="http://schemas.openxmlformats.org/officeDocument/2006/relationships/tags" Target="../tags/tag165.xml"/><Relationship Id="rId97" Type="http://schemas.openxmlformats.org/officeDocument/2006/relationships/tags" Target="../tags/tag164.xml"/><Relationship Id="rId96" Type="http://schemas.openxmlformats.org/officeDocument/2006/relationships/tags" Target="../tags/tag163.xml"/><Relationship Id="rId95" Type="http://schemas.openxmlformats.org/officeDocument/2006/relationships/tags" Target="../tags/tag162.xml"/><Relationship Id="rId94" Type="http://schemas.openxmlformats.org/officeDocument/2006/relationships/tags" Target="../tags/tag161.xml"/><Relationship Id="rId93" Type="http://schemas.openxmlformats.org/officeDocument/2006/relationships/tags" Target="../tags/tag160.xml"/><Relationship Id="rId92" Type="http://schemas.openxmlformats.org/officeDocument/2006/relationships/tags" Target="../tags/tag159.xml"/><Relationship Id="rId91" Type="http://schemas.openxmlformats.org/officeDocument/2006/relationships/tags" Target="../tags/tag158.xml"/><Relationship Id="rId90" Type="http://schemas.openxmlformats.org/officeDocument/2006/relationships/tags" Target="../tags/tag157.xml"/><Relationship Id="rId9" Type="http://schemas.openxmlformats.org/officeDocument/2006/relationships/tags" Target="../tags/tag88.xml"/><Relationship Id="rId89" Type="http://schemas.openxmlformats.org/officeDocument/2006/relationships/tags" Target="../tags/tag156.xml"/><Relationship Id="rId88" Type="http://schemas.openxmlformats.org/officeDocument/2006/relationships/tags" Target="../tags/tag155.xml"/><Relationship Id="rId87" Type="http://schemas.openxmlformats.org/officeDocument/2006/relationships/tags" Target="../tags/tag154.xml"/><Relationship Id="rId86" Type="http://schemas.openxmlformats.org/officeDocument/2006/relationships/tags" Target="../tags/tag153.xml"/><Relationship Id="rId85" Type="http://schemas.openxmlformats.org/officeDocument/2006/relationships/image" Target="../media/image17.svg"/><Relationship Id="rId84" Type="http://schemas.openxmlformats.org/officeDocument/2006/relationships/image" Target="../media/image16.png"/><Relationship Id="rId83" Type="http://schemas.openxmlformats.org/officeDocument/2006/relationships/tags" Target="../tags/tag152.xml"/><Relationship Id="rId82" Type="http://schemas.openxmlformats.org/officeDocument/2006/relationships/tags" Target="../tags/tag151.xml"/><Relationship Id="rId81" Type="http://schemas.openxmlformats.org/officeDocument/2006/relationships/tags" Target="../tags/tag150.xml"/><Relationship Id="rId80" Type="http://schemas.openxmlformats.org/officeDocument/2006/relationships/tags" Target="../tags/tag149.xml"/><Relationship Id="rId8" Type="http://schemas.openxmlformats.org/officeDocument/2006/relationships/image" Target="../media/image5.svg"/><Relationship Id="rId79" Type="http://schemas.openxmlformats.org/officeDocument/2006/relationships/tags" Target="../tags/tag148.xml"/><Relationship Id="rId78" Type="http://schemas.openxmlformats.org/officeDocument/2006/relationships/tags" Target="../tags/tag147.xml"/><Relationship Id="rId77" Type="http://schemas.openxmlformats.org/officeDocument/2006/relationships/tags" Target="../tags/tag146.xml"/><Relationship Id="rId76" Type="http://schemas.openxmlformats.org/officeDocument/2006/relationships/tags" Target="../tags/tag145.xml"/><Relationship Id="rId75" Type="http://schemas.openxmlformats.org/officeDocument/2006/relationships/tags" Target="../tags/tag144.xml"/><Relationship Id="rId74" Type="http://schemas.openxmlformats.org/officeDocument/2006/relationships/tags" Target="../tags/tag143.xml"/><Relationship Id="rId73" Type="http://schemas.openxmlformats.org/officeDocument/2006/relationships/tags" Target="../tags/tag142.xml"/><Relationship Id="rId72" Type="http://schemas.openxmlformats.org/officeDocument/2006/relationships/tags" Target="../tags/tag141.xml"/><Relationship Id="rId71" Type="http://schemas.openxmlformats.org/officeDocument/2006/relationships/tags" Target="../tags/tag140.xml"/><Relationship Id="rId70" Type="http://schemas.openxmlformats.org/officeDocument/2006/relationships/tags" Target="../tags/tag139.xml"/><Relationship Id="rId7" Type="http://schemas.openxmlformats.org/officeDocument/2006/relationships/image" Target="../media/image4.png"/><Relationship Id="rId69" Type="http://schemas.openxmlformats.org/officeDocument/2006/relationships/tags" Target="../tags/tag138.xml"/><Relationship Id="rId68" Type="http://schemas.openxmlformats.org/officeDocument/2006/relationships/tags" Target="../tags/tag137.xml"/><Relationship Id="rId67" Type="http://schemas.openxmlformats.org/officeDocument/2006/relationships/tags" Target="../tags/tag136.xml"/><Relationship Id="rId66" Type="http://schemas.openxmlformats.org/officeDocument/2006/relationships/tags" Target="../tags/tag135.xml"/><Relationship Id="rId65" Type="http://schemas.openxmlformats.org/officeDocument/2006/relationships/tags" Target="../tags/tag134.xml"/><Relationship Id="rId64" Type="http://schemas.openxmlformats.org/officeDocument/2006/relationships/tags" Target="../tags/tag133.xml"/><Relationship Id="rId63" Type="http://schemas.openxmlformats.org/officeDocument/2006/relationships/image" Target="../media/image15.svg"/><Relationship Id="rId62" Type="http://schemas.openxmlformats.org/officeDocument/2006/relationships/image" Target="../media/image14.png"/><Relationship Id="rId61" Type="http://schemas.openxmlformats.org/officeDocument/2006/relationships/tags" Target="../tags/tag132.xml"/><Relationship Id="rId60" Type="http://schemas.openxmlformats.org/officeDocument/2006/relationships/tags" Target="../tags/tag131.xml"/><Relationship Id="rId6" Type="http://schemas.openxmlformats.org/officeDocument/2006/relationships/tags" Target="../tags/tag87.xml"/><Relationship Id="rId59" Type="http://schemas.openxmlformats.org/officeDocument/2006/relationships/tags" Target="../tags/tag130.xml"/><Relationship Id="rId58" Type="http://schemas.openxmlformats.org/officeDocument/2006/relationships/tags" Target="../tags/tag129.xml"/><Relationship Id="rId57" Type="http://schemas.openxmlformats.org/officeDocument/2006/relationships/tags" Target="../tags/tag128.xml"/><Relationship Id="rId56" Type="http://schemas.openxmlformats.org/officeDocument/2006/relationships/tags" Target="../tags/tag127.xml"/><Relationship Id="rId55" Type="http://schemas.openxmlformats.org/officeDocument/2006/relationships/tags" Target="../tags/tag126.xml"/><Relationship Id="rId54" Type="http://schemas.openxmlformats.org/officeDocument/2006/relationships/tags" Target="../tags/tag125.xml"/><Relationship Id="rId53" Type="http://schemas.openxmlformats.org/officeDocument/2006/relationships/tags" Target="../tags/tag124.xml"/><Relationship Id="rId52" Type="http://schemas.openxmlformats.org/officeDocument/2006/relationships/tags" Target="../tags/tag123.xml"/><Relationship Id="rId51" Type="http://schemas.openxmlformats.org/officeDocument/2006/relationships/tags" Target="../tags/tag122.xml"/><Relationship Id="rId50" Type="http://schemas.openxmlformats.org/officeDocument/2006/relationships/tags" Target="../tags/tag121.xml"/><Relationship Id="rId5" Type="http://schemas.openxmlformats.org/officeDocument/2006/relationships/tags" Target="../tags/tag86.xml"/><Relationship Id="rId49" Type="http://schemas.openxmlformats.org/officeDocument/2006/relationships/tags" Target="../tags/tag120.xml"/><Relationship Id="rId48" Type="http://schemas.openxmlformats.org/officeDocument/2006/relationships/tags" Target="../tags/tag119.xml"/><Relationship Id="rId47" Type="http://schemas.openxmlformats.org/officeDocument/2006/relationships/tags" Target="../tags/tag118.xml"/><Relationship Id="rId46" Type="http://schemas.openxmlformats.org/officeDocument/2006/relationships/tags" Target="../tags/tag117.xml"/><Relationship Id="rId45" Type="http://schemas.openxmlformats.org/officeDocument/2006/relationships/tags" Target="../tags/tag116.xml"/><Relationship Id="rId44" Type="http://schemas.openxmlformats.org/officeDocument/2006/relationships/tags" Target="../tags/tag115.xml"/><Relationship Id="rId43" Type="http://schemas.openxmlformats.org/officeDocument/2006/relationships/tags" Target="../tags/tag114.xml"/><Relationship Id="rId42" Type="http://schemas.openxmlformats.org/officeDocument/2006/relationships/tags" Target="../tags/tag113.xml"/><Relationship Id="rId41" Type="http://schemas.openxmlformats.org/officeDocument/2006/relationships/image" Target="../media/image13.svg"/><Relationship Id="rId40" Type="http://schemas.openxmlformats.org/officeDocument/2006/relationships/image" Target="../media/image12.png"/><Relationship Id="rId4" Type="http://schemas.openxmlformats.org/officeDocument/2006/relationships/tags" Target="../tags/tag85.xml"/><Relationship Id="rId39" Type="http://schemas.openxmlformats.org/officeDocument/2006/relationships/tags" Target="../tags/tag112.xml"/><Relationship Id="rId38" Type="http://schemas.openxmlformats.org/officeDocument/2006/relationships/tags" Target="../tags/tag111.xml"/><Relationship Id="rId37" Type="http://schemas.openxmlformats.org/officeDocument/2006/relationships/tags" Target="../tags/tag110.xml"/><Relationship Id="rId36" Type="http://schemas.openxmlformats.org/officeDocument/2006/relationships/tags" Target="../tags/tag109.xml"/><Relationship Id="rId35" Type="http://schemas.openxmlformats.org/officeDocument/2006/relationships/tags" Target="../tags/tag108.xml"/><Relationship Id="rId34" Type="http://schemas.openxmlformats.org/officeDocument/2006/relationships/tags" Target="../tags/tag107.xml"/><Relationship Id="rId33" Type="http://schemas.openxmlformats.org/officeDocument/2006/relationships/tags" Target="../tags/tag106.xml"/><Relationship Id="rId32" Type="http://schemas.openxmlformats.org/officeDocument/2006/relationships/image" Target="../media/image11.svg"/><Relationship Id="rId31" Type="http://schemas.openxmlformats.org/officeDocument/2006/relationships/image" Target="../media/image10.png"/><Relationship Id="rId30" Type="http://schemas.openxmlformats.org/officeDocument/2006/relationships/tags" Target="../tags/tag105.xml"/><Relationship Id="rId3" Type="http://schemas.openxmlformats.org/officeDocument/2006/relationships/tags" Target="../tags/tag84.xml"/><Relationship Id="rId29" Type="http://schemas.openxmlformats.org/officeDocument/2006/relationships/tags" Target="../tags/tag104.xml"/><Relationship Id="rId28" Type="http://schemas.openxmlformats.org/officeDocument/2006/relationships/tags" Target="../tags/tag103.xml"/><Relationship Id="rId27" Type="http://schemas.openxmlformats.org/officeDocument/2006/relationships/tags" Target="../tags/tag102.xml"/><Relationship Id="rId26" Type="http://schemas.openxmlformats.org/officeDocument/2006/relationships/tags" Target="../tags/tag101.xml"/><Relationship Id="rId25" Type="http://schemas.openxmlformats.org/officeDocument/2006/relationships/tags" Target="../tags/tag100.xml"/><Relationship Id="rId24" Type="http://schemas.openxmlformats.org/officeDocument/2006/relationships/image" Target="../media/image9.svg"/><Relationship Id="rId23" Type="http://schemas.openxmlformats.org/officeDocument/2006/relationships/image" Target="../media/image8.png"/><Relationship Id="rId22" Type="http://schemas.openxmlformats.org/officeDocument/2006/relationships/tags" Target="../tags/tag99.xml"/><Relationship Id="rId21" Type="http://schemas.openxmlformats.org/officeDocument/2006/relationships/tags" Target="../tags/tag98.xml"/><Relationship Id="rId20" Type="http://schemas.openxmlformats.org/officeDocument/2006/relationships/tags" Target="../tags/tag97.xml"/><Relationship Id="rId2" Type="http://schemas.openxmlformats.org/officeDocument/2006/relationships/tags" Target="../tags/tag83.xml"/><Relationship Id="rId19" Type="http://schemas.openxmlformats.org/officeDocument/2006/relationships/tags" Target="../tags/tag96.xml"/><Relationship Id="rId18" Type="http://schemas.openxmlformats.org/officeDocument/2006/relationships/tags" Target="../tags/tag95.xml"/><Relationship Id="rId17" Type="http://schemas.openxmlformats.org/officeDocument/2006/relationships/tags" Target="../tags/tag94.xml"/><Relationship Id="rId16" Type="http://schemas.openxmlformats.org/officeDocument/2006/relationships/image" Target="../media/image7.svg"/><Relationship Id="rId15" Type="http://schemas.openxmlformats.org/officeDocument/2006/relationships/image" Target="../media/image6.png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3" Type="http://schemas.openxmlformats.org/officeDocument/2006/relationships/slideLayout" Target="../slideLayouts/slideLayout17.xml"/><Relationship Id="rId102" Type="http://schemas.openxmlformats.org/officeDocument/2006/relationships/tags" Target="../tags/tag169.xml"/><Relationship Id="rId101" Type="http://schemas.openxmlformats.org/officeDocument/2006/relationships/tags" Target="../tags/tag168.xml"/><Relationship Id="rId100" Type="http://schemas.openxmlformats.org/officeDocument/2006/relationships/tags" Target="../tags/tag167.xml"/><Relationship Id="rId10" Type="http://schemas.openxmlformats.org/officeDocument/2006/relationships/tags" Target="../tags/tag89.xml"/><Relationship Id="rId1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2" Type="http://schemas.openxmlformats.org/officeDocument/2006/relationships/slideLayout" Target="../slideLayouts/slideLayout17.xml"/><Relationship Id="rId71" Type="http://schemas.openxmlformats.org/officeDocument/2006/relationships/tags" Target="../tags/tag226.xml"/><Relationship Id="rId70" Type="http://schemas.openxmlformats.org/officeDocument/2006/relationships/tags" Target="../tags/tag225.xml"/><Relationship Id="rId7" Type="http://schemas.openxmlformats.org/officeDocument/2006/relationships/tags" Target="../tags/tag176.xml"/><Relationship Id="rId69" Type="http://schemas.openxmlformats.org/officeDocument/2006/relationships/tags" Target="../tags/tag224.xml"/><Relationship Id="rId68" Type="http://schemas.openxmlformats.org/officeDocument/2006/relationships/tags" Target="../tags/tag223.xml"/><Relationship Id="rId67" Type="http://schemas.openxmlformats.org/officeDocument/2006/relationships/tags" Target="../tags/tag222.xml"/><Relationship Id="rId66" Type="http://schemas.openxmlformats.org/officeDocument/2006/relationships/image" Target="../media/image31.svg"/><Relationship Id="rId65" Type="http://schemas.openxmlformats.org/officeDocument/2006/relationships/image" Target="../media/image30.png"/><Relationship Id="rId64" Type="http://schemas.openxmlformats.org/officeDocument/2006/relationships/tags" Target="../tags/tag221.xml"/><Relationship Id="rId63" Type="http://schemas.openxmlformats.org/officeDocument/2006/relationships/tags" Target="../tags/tag220.xml"/><Relationship Id="rId62" Type="http://schemas.openxmlformats.org/officeDocument/2006/relationships/tags" Target="../tags/tag219.xml"/><Relationship Id="rId61" Type="http://schemas.openxmlformats.org/officeDocument/2006/relationships/image" Target="../media/image29.svg"/><Relationship Id="rId60" Type="http://schemas.openxmlformats.org/officeDocument/2006/relationships/image" Target="../media/image28.png"/><Relationship Id="rId6" Type="http://schemas.openxmlformats.org/officeDocument/2006/relationships/tags" Target="../tags/tag175.xml"/><Relationship Id="rId59" Type="http://schemas.openxmlformats.org/officeDocument/2006/relationships/tags" Target="../tags/tag218.xml"/><Relationship Id="rId58" Type="http://schemas.openxmlformats.org/officeDocument/2006/relationships/tags" Target="../tags/tag217.xml"/><Relationship Id="rId57" Type="http://schemas.openxmlformats.org/officeDocument/2006/relationships/tags" Target="../tags/tag216.xml"/><Relationship Id="rId56" Type="http://schemas.openxmlformats.org/officeDocument/2006/relationships/image" Target="../media/image27.svg"/><Relationship Id="rId55" Type="http://schemas.openxmlformats.org/officeDocument/2006/relationships/image" Target="../media/image26.png"/><Relationship Id="rId54" Type="http://schemas.openxmlformats.org/officeDocument/2006/relationships/tags" Target="../tags/tag215.xml"/><Relationship Id="rId53" Type="http://schemas.openxmlformats.org/officeDocument/2006/relationships/tags" Target="../tags/tag214.xml"/><Relationship Id="rId52" Type="http://schemas.openxmlformats.org/officeDocument/2006/relationships/tags" Target="../tags/tag213.xml"/><Relationship Id="rId51" Type="http://schemas.openxmlformats.org/officeDocument/2006/relationships/tags" Target="../tags/tag212.xml"/><Relationship Id="rId50" Type="http://schemas.openxmlformats.org/officeDocument/2006/relationships/tags" Target="../tags/tag211.xml"/><Relationship Id="rId5" Type="http://schemas.openxmlformats.org/officeDocument/2006/relationships/tags" Target="../tags/tag174.xml"/><Relationship Id="rId49" Type="http://schemas.openxmlformats.org/officeDocument/2006/relationships/tags" Target="../tags/tag210.xml"/><Relationship Id="rId48" Type="http://schemas.openxmlformats.org/officeDocument/2006/relationships/tags" Target="../tags/tag209.xml"/><Relationship Id="rId47" Type="http://schemas.openxmlformats.org/officeDocument/2006/relationships/tags" Target="../tags/tag208.xml"/><Relationship Id="rId46" Type="http://schemas.openxmlformats.org/officeDocument/2006/relationships/tags" Target="../tags/tag207.xml"/><Relationship Id="rId45" Type="http://schemas.openxmlformats.org/officeDocument/2006/relationships/tags" Target="../tags/tag206.xml"/><Relationship Id="rId44" Type="http://schemas.openxmlformats.org/officeDocument/2006/relationships/tags" Target="../tags/tag205.xml"/><Relationship Id="rId43" Type="http://schemas.openxmlformats.org/officeDocument/2006/relationships/tags" Target="../tags/tag204.xml"/><Relationship Id="rId42" Type="http://schemas.openxmlformats.org/officeDocument/2006/relationships/image" Target="../media/image25.svg"/><Relationship Id="rId41" Type="http://schemas.openxmlformats.org/officeDocument/2006/relationships/image" Target="../media/image24.png"/><Relationship Id="rId40" Type="http://schemas.openxmlformats.org/officeDocument/2006/relationships/tags" Target="../tags/tag203.xml"/><Relationship Id="rId4" Type="http://schemas.openxmlformats.org/officeDocument/2006/relationships/tags" Target="../tags/tag173.xml"/><Relationship Id="rId39" Type="http://schemas.openxmlformats.org/officeDocument/2006/relationships/tags" Target="../tags/tag202.xml"/><Relationship Id="rId38" Type="http://schemas.openxmlformats.org/officeDocument/2006/relationships/tags" Target="../tags/tag201.xml"/><Relationship Id="rId37" Type="http://schemas.openxmlformats.org/officeDocument/2006/relationships/image" Target="../media/image23.svg"/><Relationship Id="rId36" Type="http://schemas.openxmlformats.org/officeDocument/2006/relationships/image" Target="../media/image22.png"/><Relationship Id="rId35" Type="http://schemas.openxmlformats.org/officeDocument/2006/relationships/tags" Target="../tags/tag200.xml"/><Relationship Id="rId34" Type="http://schemas.openxmlformats.org/officeDocument/2006/relationships/tags" Target="../tags/tag199.xml"/><Relationship Id="rId33" Type="http://schemas.openxmlformats.org/officeDocument/2006/relationships/tags" Target="../tags/tag198.xml"/><Relationship Id="rId32" Type="http://schemas.openxmlformats.org/officeDocument/2006/relationships/image" Target="../media/image21.svg"/><Relationship Id="rId31" Type="http://schemas.openxmlformats.org/officeDocument/2006/relationships/image" Target="../media/image20.png"/><Relationship Id="rId30" Type="http://schemas.openxmlformats.org/officeDocument/2006/relationships/tags" Target="../tags/tag197.xml"/><Relationship Id="rId3" Type="http://schemas.openxmlformats.org/officeDocument/2006/relationships/tags" Target="../tags/tag172.xml"/><Relationship Id="rId29" Type="http://schemas.openxmlformats.org/officeDocument/2006/relationships/tags" Target="../tags/tag196.xml"/><Relationship Id="rId28" Type="http://schemas.openxmlformats.org/officeDocument/2006/relationships/tags" Target="../tags/tag195.xml"/><Relationship Id="rId27" Type="http://schemas.openxmlformats.org/officeDocument/2006/relationships/tags" Target="../tags/tag194.xml"/><Relationship Id="rId26" Type="http://schemas.openxmlformats.org/officeDocument/2006/relationships/tags" Target="../tags/tag193.xml"/><Relationship Id="rId25" Type="http://schemas.openxmlformats.org/officeDocument/2006/relationships/tags" Target="../tags/tag192.xml"/><Relationship Id="rId24" Type="http://schemas.openxmlformats.org/officeDocument/2006/relationships/tags" Target="../tags/tag191.xml"/><Relationship Id="rId23" Type="http://schemas.openxmlformats.org/officeDocument/2006/relationships/tags" Target="../tags/tag190.xml"/><Relationship Id="rId22" Type="http://schemas.openxmlformats.org/officeDocument/2006/relationships/tags" Target="../tags/tag189.xml"/><Relationship Id="rId21" Type="http://schemas.openxmlformats.org/officeDocument/2006/relationships/tags" Target="../tags/tag188.xml"/><Relationship Id="rId20" Type="http://schemas.openxmlformats.org/officeDocument/2006/relationships/tags" Target="../tags/tag187.xml"/><Relationship Id="rId2" Type="http://schemas.openxmlformats.org/officeDocument/2006/relationships/tags" Target="../tags/tag171.xml"/><Relationship Id="rId19" Type="http://schemas.openxmlformats.org/officeDocument/2006/relationships/tags" Target="../tags/tag186.xml"/><Relationship Id="rId18" Type="http://schemas.openxmlformats.org/officeDocument/2006/relationships/tags" Target="../tags/tag185.xml"/><Relationship Id="rId17" Type="http://schemas.openxmlformats.org/officeDocument/2006/relationships/image" Target="../media/image19.svg"/><Relationship Id="rId16" Type="http://schemas.openxmlformats.org/officeDocument/2006/relationships/image" Target="../media/image18.png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tags" Target="../tags/tag17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4" Type="http://schemas.openxmlformats.org/officeDocument/2006/relationships/slideLayout" Target="../slideLayouts/slideLayout17.xml"/><Relationship Id="rId43" Type="http://schemas.openxmlformats.org/officeDocument/2006/relationships/tags" Target="../tags/tag263.xml"/><Relationship Id="rId42" Type="http://schemas.openxmlformats.org/officeDocument/2006/relationships/tags" Target="../tags/tag262.xml"/><Relationship Id="rId41" Type="http://schemas.openxmlformats.org/officeDocument/2006/relationships/tags" Target="../tags/tag261.xml"/><Relationship Id="rId40" Type="http://schemas.openxmlformats.org/officeDocument/2006/relationships/tags" Target="../tags/tag260.xml"/><Relationship Id="rId4" Type="http://schemas.openxmlformats.org/officeDocument/2006/relationships/tags" Target="../tags/tag230.xml"/><Relationship Id="rId39" Type="http://schemas.openxmlformats.org/officeDocument/2006/relationships/tags" Target="../tags/tag259.xml"/><Relationship Id="rId38" Type="http://schemas.openxmlformats.org/officeDocument/2006/relationships/tags" Target="../tags/tag258.xml"/><Relationship Id="rId37" Type="http://schemas.openxmlformats.org/officeDocument/2006/relationships/tags" Target="../tags/tag257.xml"/><Relationship Id="rId36" Type="http://schemas.openxmlformats.org/officeDocument/2006/relationships/tags" Target="../tags/tag256.xml"/><Relationship Id="rId35" Type="http://schemas.openxmlformats.org/officeDocument/2006/relationships/tags" Target="../tags/tag255.xml"/><Relationship Id="rId34" Type="http://schemas.openxmlformats.org/officeDocument/2006/relationships/tags" Target="../tags/tag254.xml"/><Relationship Id="rId33" Type="http://schemas.openxmlformats.org/officeDocument/2006/relationships/tags" Target="../tags/tag253.xml"/><Relationship Id="rId32" Type="http://schemas.openxmlformats.org/officeDocument/2006/relationships/tags" Target="../tags/tag252.xml"/><Relationship Id="rId31" Type="http://schemas.openxmlformats.org/officeDocument/2006/relationships/tags" Target="../tags/tag251.xml"/><Relationship Id="rId30" Type="http://schemas.openxmlformats.org/officeDocument/2006/relationships/tags" Target="../tags/tag250.xml"/><Relationship Id="rId3" Type="http://schemas.openxmlformats.org/officeDocument/2006/relationships/tags" Target="../tags/tag229.xml"/><Relationship Id="rId29" Type="http://schemas.openxmlformats.org/officeDocument/2006/relationships/tags" Target="../tags/tag249.xml"/><Relationship Id="rId28" Type="http://schemas.openxmlformats.org/officeDocument/2006/relationships/tags" Target="../tags/tag248.xml"/><Relationship Id="rId27" Type="http://schemas.openxmlformats.org/officeDocument/2006/relationships/tags" Target="../tags/tag247.xml"/><Relationship Id="rId26" Type="http://schemas.openxmlformats.org/officeDocument/2006/relationships/image" Target="../media/image37.svg"/><Relationship Id="rId25" Type="http://schemas.openxmlformats.org/officeDocument/2006/relationships/image" Target="../media/image36.png"/><Relationship Id="rId24" Type="http://schemas.openxmlformats.org/officeDocument/2006/relationships/tags" Target="../tags/tag246.xml"/><Relationship Id="rId23" Type="http://schemas.openxmlformats.org/officeDocument/2006/relationships/tags" Target="../tags/tag245.xml"/><Relationship Id="rId22" Type="http://schemas.openxmlformats.org/officeDocument/2006/relationships/tags" Target="../tags/tag244.xml"/><Relationship Id="rId21" Type="http://schemas.openxmlformats.org/officeDocument/2006/relationships/tags" Target="../tags/tag243.xml"/><Relationship Id="rId20" Type="http://schemas.openxmlformats.org/officeDocument/2006/relationships/tags" Target="../tags/tag242.xml"/><Relationship Id="rId2" Type="http://schemas.openxmlformats.org/officeDocument/2006/relationships/tags" Target="../tags/tag228.xml"/><Relationship Id="rId19" Type="http://schemas.openxmlformats.org/officeDocument/2006/relationships/tags" Target="../tags/tag241.xml"/><Relationship Id="rId18" Type="http://schemas.openxmlformats.org/officeDocument/2006/relationships/tags" Target="../tags/tag240.xml"/><Relationship Id="rId17" Type="http://schemas.openxmlformats.org/officeDocument/2006/relationships/tags" Target="../tags/tag239.xml"/><Relationship Id="rId16" Type="http://schemas.openxmlformats.org/officeDocument/2006/relationships/image" Target="../media/image35.svg"/><Relationship Id="rId15" Type="http://schemas.openxmlformats.org/officeDocument/2006/relationships/image" Target="../media/image34.png"/><Relationship Id="rId14" Type="http://schemas.openxmlformats.org/officeDocument/2006/relationships/tags" Target="../tags/tag238.xml"/><Relationship Id="rId13" Type="http://schemas.openxmlformats.org/officeDocument/2006/relationships/tags" Target="../tags/tag237.xml"/><Relationship Id="rId12" Type="http://schemas.openxmlformats.org/officeDocument/2006/relationships/tags" Target="../tags/tag236.xml"/><Relationship Id="rId11" Type="http://schemas.openxmlformats.org/officeDocument/2006/relationships/tags" Target="../tags/tag235.xml"/><Relationship Id="rId10" Type="http://schemas.openxmlformats.org/officeDocument/2006/relationships/image" Target="../media/image33.svg"/><Relationship Id="rId1" Type="http://schemas.openxmlformats.org/officeDocument/2006/relationships/tags" Target="../tags/tag22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72.xml"/><Relationship Id="rId8" Type="http://schemas.openxmlformats.org/officeDocument/2006/relationships/tags" Target="../tags/tag271.xml"/><Relationship Id="rId7" Type="http://schemas.openxmlformats.org/officeDocument/2006/relationships/tags" Target="../tags/tag270.xml"/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6" Type="http://schemas.openxmlformats.org/officeDocument/2006/relationships/slideLayout" Target="../slideLayouts/slideLayout17.xml"/><Relationship Id="rId45" Type="http://schemas.openxmlformats.org/officeDocument/2006/relationships/tags" Target="../tags/tag304.xml"/><Relationship Id="rId44" Type="http://schemas.openxmlformats.org/officeDocument/2006/relationships/tags" Target="../tags/tag303.xml"/><Relationship Id="rId43" Type="http://schemas.openxmlformats.org/officeDocument/2006/relationships/tags" Target="../tags/tag302.xml"/><Relationship Id="rId42" Type="http://schemas.openxmlformats.org/officeDocument/2006/relationships/tags" Target="../tags/tag301.xml"/><Relationship Id="rId41" Type="http://schemas.openxmlformats.org/officeDocument/2006/relationships/tags" Target="../tags/tag300.xml"/><Relationship Id="rId40" Type="http://schemas.openxmlformats.org/officeDocument/2006/relationships/tags" Target="../tags/tag299.xml"/><Relationship Id="rId4" Type="http://schemas.openxmlformats.org/officeDocument/2006/relationships/tags" Target="../tags/tag267.xml"/><Relationship Id="rId39" Type="http://schemas.openxmlformats.org/officeDocument/2006/relationships/tags" Target="../tags/tag298.xml"/><Relationship Id="rId38" Type="http://schemas.openxmlformats.org/officeDocument/2006/relationships/tags" Target="../tags/tag297.xml"/><Relationship Id="rId37" Type="http://schemas.openxmlformats.org/officeDocument/2006/relationships/tags" Target="../tags/tag296.xml"/><Relationship Id="rId36" Type="http://schemas.openxmlformats.org/officeDocument/2006/relationships/tags" Target="../tags/tag295.xml"/><Relationship Id="rId35" Type="http://schemas.openxmlformats.org/officeDocument/2006/relationships/tags" Target="../tags/tag294.xml"/><Relationship Id="rId34" Type="http://schemas.openxmlformats.org/officeDocument/2006/relationships/tags" Target="../tags/tag293.xml"/><Relationship Id="rId33" Type="http://schemas.openxmlformats.org/officeDocument/2006/relationships/tags" Target="../tags/tag292.xml"/><Relationship Id="rId32" Type="http://schemas.openxmlformats.org/officeDocument/2006/relationships/tags" Target="../tags/tag291.xml"/><Relationship Id="rId31" Type="http://schemas.openxmlformats.org/officeDocument/2006/relationships/tags" Target="../tags/tag290.xml"/><Relationship Id="rId30" Type="http://schemas.openxmlformats.org/officeDocument/2006/relationships/tags" Target="../tags/tag289.xml"/><Relationship Id="rId3" Type="http://schemas.openxmlformats.org/officeDocument/2006/relationships/tags" Target="../tags/tag266.xml"/><Relationship Id="rId29" Type="http://schemas.openxmlformats.org/officeDocument/2006/relationships/tags" Target="../tags/tag288.xml"/><Relationship Id="rId28" Type="http://schemas.openxmlformats.org/officeDocument/2006/relationships/tags" Target="../tags/tag287.xml"/><Relationship Id="rId27" Type="http://schemas.openxmlformats.org/officeDocument/2006/relationships/image" Target="../media/image41.svg"/><Relationship Id="rId26" Type="http://schemas.openxmlformats.org/officeDocument/2006/relationships/image" Target="../media/image40.png"/><Relationship Id="rId25" Type="http://schemas.openxmlformats.org/officeDocument/2006/relationships/tags" Target="../tags/tag286.xml"/><Relationship Id="rId24" Type="http://schemas.openxmlformats.org/officeDocument/2006/relationships/tags" Target="../tags/tag285.xml"/><Relationship Id="rId23" Type="http://schemas.openxmlformats.org/officeDocument/2006/relationships/tags" Target="../tags/tag284.xml"/><Relationship Id="rId22" Type="http://schemas.openxmlformats.org/officeDocument/2006/relationships/tags" Target="../tags/tag283.xml"/><Relationship Id="rId21" Type="http://schemas.openxmlformats.org/officeDocument/2006/relationships/tags" Target="../tags/tag282.xml"/><Relationship Id="rId20" Type="http://schemas.openxmlformats.org/officeDocument/2006/relationships/tags" Target="../tags/tag281.xml"/><Relationship Id="rId2" Type="http://schemas.openxmlformats.org/officeDocument/2006/relationships/tags" Target="../tags/tag265.xml"/><Relationship Id="rId19" Type="http://schemas.openxmlformats.org/officeDocument/2006/relationships/image" Target="../media/image39.svg"/><Relationship Id="rId18" Type="http://schemas.openxmlformats.org/officeDocument/2006/relationships/image" Target="../media/image38.png"/><Relationship Id="rId17" Type="http://schemas.openxmlformats.org/officeDocument/2006/relationships/tags" Target="../tags/tag280.xml"/><Relationship Id="rId16" Type="http://schemas.openxmlformats.org/officeDocument/2006/relationships/tags" Target="../tags/tag279.xml"/><Relationship Id="rId15" Type="http://schemas.openxmlformats.org/officeDocument/2006/relationships/tags" Target="../tags/tag278.xml"/><Relationship Id="rId14" Type="http://schemas.openxmlformats.org/officeDocument/2006/relationships/tags" Target="../tags/tag277.xml"/><Relationship Id="rId13" Type="http://schemas.openxmlformats.org/officeDocument/2006/relationships/tags" Target="../tags/tag276.xml"/><Relationship Id="rId12" Type="http://schemas.openxmlformats.org/officeDocument/2006/relationships/tags" Target="../tags/tag275.xml"/><Relationship Id="rId11" Type="http://schemas.openxmlformats.org/officeDocument/2006/relationships/tags" Target="../tags/tag274.xml"/><Relationship Id="rId10" Type="http://schemas.openxmlformats.org/officeDocument/2006/relationships/tags" Target="../tags/tag273.xml"/><Relationship Id="rId1" Type="http://schemas.openxmlformats.org/officeDocument/2006/relationships/tags" Target="../tags/tag26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tags" Target="../tags/tag310.xml"/><Relationship Id="rId7" Type="http://schemas.openxmlformats.org/officeDocument/2006/relationships/tags" Target="../tags/tag309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tags" Target="../tags/tag308.xml"/><Relationship Id="rId33" Type="http://schemas.openxmlformats.org/officeDocument/2006/relationships/slideLayout" Target="../slideLayouts/slideLayout17.xml"/><Relationship Id="rId32" Type="http://schemas.openxmlformats.org/officeDocument/2006/relationships/tags" Target="../tags/tag324.xml"/><Relationship Id="rId31" Type="http://schemas.openxmlformats.org/officeDocument/2006/relationships/tags" Target="../tags/tag323.xml"/><Relationship Id="rId30" Type="http://schemas.openxmlformats.org/officeDocument/2006/relationships/tags" Target="../tags/tag322.xml"/><Relationship Id="rId3" Type="http://schemas.openxmlformats.org/officeDocument/2006/relationships/tags" Target="../tags/tag307.xml"/><Relationship Id="rId29" Type="http://schemas.openxmlformats.org/officeDocument/2006/relationships/tags" Target="../tags/tag321.xml"/><Relationship Id="rId28" Type="http://schemas.openxmlformats.org/officeDocument/2006/relationships/tags" Target="../tags/tag320.xml"/><Relationship Id="rId27" Type="http://schemas.openxmlformats.org/officeDocument/2006/relationships/tags" Target="../tags/tag319.xml"/><Relationship Id="rId26" Type="http://schemas.openxmlformats.org/officeDocument/2006/relationships/image" Target="../media/image53.svg"/><Relationship Id="rId25" Type="http://schemas.openxmlformats.org/officeDocument/2006/relationships/image" Target="../media/image52.png"/><Relationship Id="rId24" Type="http://schemas.openxmlformats.org/officeDocument/2006/relationships/tags" Target="../tags/tag318.xml"/><Relationship Id="rId23" Type="http://schemas.openxmlformats.org/officeDocument/2006/relationships/tags" Target="../tags/tag317.xml"/><Relationship Id="rId22" Type="http://schemas.openxmlformats.org/officeDocument/2006/relationships/image" Target="../media/image51.svg"/><Relationship Id="rId21" Type="http://schemas.openxmlformats.org/officeDocument/2006/relationships/image" Target="../media/image50.png"/><Relationship Id="rId20" Type="http://schemas.openxmlformats.org/officeDocument/2006/relationships/tags" Target="../tags/tag316.xml"/><Relationship Id="rId2" Type="http://schemas.openxmlformats.org/officeDocument/2006/relationships/tags" Target="../tags/tag306.xml"/><Relationship Id="rId19" Type="http://schemas.openxmlformats.org/officeDocument/2006/relationships/tags" Target="../tags/tag315.xml"/><Relationship Id="rId18" Type="http://schemas.openxmlformats.org/officeDocument/2006/relationships/image" Target="../media/image49.svg"/><Relationship Id="rId17" Type="http://schemas.openxmlformats.org/officeDocument/2006/relationships/image" Target="../media/image48.png"/><Relationship Id="rId16" Type="http://schemas.openxmlformats.org/officeDocument/2006/relationships/tags" Target="../tags/tag314.xml"/><Relationship Id="rId15" Type="http://schemas.openxmlformats.org/officeDocument/2006/relationships/tags" Target="../tags/tag313.xml"/><Relationship Id="rId14" Type="http://schemas.openxmlformats.org/officeDocument/2006/relationships/image" Target="../media/image47.svg"/><Relationship Id="rId13" Type="http://schemas.openxmlformats.org/officeDocument/2006/relationships/image" Target="../media/image46.png"/><Relationship Id="rId12" Type="http://schemas.openxmlformats.org/officeDocument/2006/relationships/tags" Target="../tags/tag312.xml"/><Relationship Id="rId11" Type="http://schemas.openxmlformats.org/officeDocument/2006/relationships/tags" Target="../tags/tag311.xml"/><Relationship Id="rId10" Type="http://schemas.openxmlformats.org/officeDocument/2006/relationships/image" Target="../media/image45.svg"/><Relationship Id="rId1" Type="http://schemas.openxmlformats.org/officeDocument/2006/relationships/tags" Target="../tags/tag30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33.xml"/><Relationship Id="rId8" Type="http://schemas.openxmlformats.org/officeDocument/2006/relationships/tags" Target="../tags/tag332.xml"/><Relationship Id="rId7" Type="http://schemas.openxmlformats.org/officeDocument/2006/relationships/tags" Target="../tags/tag331.xml"/><Relationship Id="rId6" Type="http://schemas.openxmlformats.org/officeDocument/2006/relationships/tags" Target="../tags/tag330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4" Type="http://schemas.openxmlformats.org/officeDocument/2006/relationships/slideLayout" Target="../slideLayouts/slideLayout17.xml"/><Relationship Id="rId33" Type="http://schemas.openxmlformats.org/officeDocument/2006/relationships/tags" Target="../tags/tag357.xml"/><Relationship Id="rId32" Type="http://schemas.openxmlformats.org/officeDocument/2006/relationships/tags" Target="../tags/tag356.xml"/><Relationship Id="rId31" Type="http://schemas.openxmlformats.org/officeDocument/2006/relationships/tags" Target="../tags/tag355.xml"/><Relationship Id="rId30" Type="http://schemas.openxmlformats.org/officeDocument/2006/relationships/tags" Target="../tags/tag354.xml"/><Relationship Id="rId3" Type="http://schemas.openxmlformats.org/officeDocument/2006/relationships/tags" Target="../tags/tag327.xml"/><Relationship Id="rId29" Type="http://schemas.openxmlformats.org/officeDocument/2006/relationships/tags" Target="../tags/tag353.xml"/><Relationship Id="rId28" Type="http://schemas.openxmlformats.org/officeDocument/2006/relationships/tags" Target="../tags/tag352.xml"/><Relationship Id="rId27" Type="http://schemas.openxmlformats.org/officeDocument/2006/relationships/tags" Target="../tags/tag351.xml"/><Relationship Id="rId26" Type="http://schemas.openxmlformats.org/officeDocument/2006/relationships/tags" Target="../tags/tag350.xml"/><Relationship Id="rId25" Type="http://schemas.openxmlformats.org/officeDocument/2006/relationships/tags" Target="../tags/tag349.xml"/><Relationship Id="rId24" Type="http://schemas.openxmlformats.org/officeDocument/2006/relationships/tags" Target="../tags/tag348.xml"/><Relationship Id="rId23" Type="http://schemas.openxmlformats.org/officeDocument/2006/relationships/tags" Target="../tags/tag347.xml"/><Relationship Id="rId22" Type="http://schemas.openxmlformats.org/officeDocument/2006/relationships/tags" Target="../tags/tag346.xml"/><Relationship Id="rId21" Type="http://schemas.openxmlformats.org/officeDocument/2006/relationships/tags" Target="../tags/tag345.xml"/><Relationship Id="rId20" Type="http://schemas.openxmlformats.org/officeDocument/2006/relationships/tags" Target="../tags/tag344.xml"/><Relationship Id="rId2" Type="http://schemas.openxmlformats.org/officeDocument/2006/relationships/tags" Target="../tags/tag326.xml"/><Relationship Id="rId19" Type="http://schemas.openxmlformats.org/officeDocument/2006/relationships/tags" Target="../tags/tag343.xml"/><Relationship Id="rId18" Type="http://schemas.openxmlformats.org/officeDocument/2006/relationships/tags" Target="../tags/tag342.xml"/><Relationship Id="rId17" Type="http://schemas.openxmlformats.org/officeDocument/2006/relationships/tags" Target="../tags/tag341.xml"/><Relationship Id="rId16" Type="http://schemas.openxmlformats.org/officeDocument/2006/relationships/tags" Target="../tags/tag340.xml"/><Relationship Id="rId15" Type="http://schemas.openxmlformats.org/officeDocument/2006/relationships/tags" Target="../tags/tag339.xml"/><Relationship Id="rId14" Type="http://schemas.openxmlformats.org/officeDocument/2006/relationships/tags" Target="../tags/tag338.xml"/><Relationship Id="rId13" Type="http://schemas.openxmlformats.org/officeDocument/2006/relationships/tags" Target="../tags/tag337.xml"/><Relationship Id="rId12" Type="http://schemas.openxmlformats.org/officeDocument/2006/relationships/tags" Target="../tags/tag336.xml"/><Relationship Id="rId11" Type="http://schemas.openxmlformats.org/officeDocument/2006/relationships/tags" Target="../tags/tag335.xml"/><Relationship Id="rId10" Type="http://schemas.openxmlformats.org/officeDocument/2006/relationships/tags" Target="../tags/tag334.xml"/><Relationship Id="rId1" Type="http://schemas.openxmlformats.org/officeDocument/2006/relationships/tags" Target="../tags/tag325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63.xml"/><Relationship Id="rId5" Type="http://schemas.openxmlformats.org/officeDocument/2006/relationships/tags" Target="../tags/tag362.xml"/><Relationship Id="rId4" Type="http://schemas.openxmlformats.org/officeDocument/2006/relationships/tags" Target="../tags/tag361.xml"/><Relationship Id="rId3" Type="http://schemas.openxmlformats.org/officeDocument/2006/relationships/tags" Target="../tags/tag360.xml"/><Relationship Id="rId2" Type="http://schemas.openxmlformats.org/officeDocument/2006/relationships/tags" Target="../tags/tag359.xml"/><Relationship Id="rId1" Type="http://schemas.openxmlformats.org/officeDocument/2006/relationships/tags" Target="../tags/tag35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7" Type="http://schemas.openxmlformats.org/officeDocument/2006/relationships/tags" Target="../tags/tag370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tags" Target="../tags/tag3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476899"/>
            <a:ext cx="1564262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0077B6"/>
                </a:solidFill>
                <a:latin typeface="MiSans Demibold" panose="00000700000000000000" charset="-122"/>
                <a:ea typeface="MiSans Demibold" panose="00000700000000000000" charset="-122"/>
              </a:rPr>
              <a:t>AGILECAMPUS</a:t>
            </a:r>
            <a:endParaRPr sz="1050" b="1" spc="315">
              <a:solidFill>
                <a:srgbClr val="0077B6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1825514"/>
            <a:ext cx="4572000" cy="12553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7200" b="1">
                <a:solidFill>
                  <a:srgbClr val="0077B6"/>
                </a:solidFill>
                <a:latin typeface="MiSans Demibold" panose="00000700000000000000" charset="-122"/>
                <a:ea typeface="MiSans Demibold" panose="00000700000000000000" charset="-122"/>
              </a:rPr>
              <a:t>敏捷校园</a:t>
            </a:r>
            <a:endParaRPr sz="7200" b="1">
              <a:solidFill>
                <a:srgbClr val="0077B6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231404"/>
            <a:ext cx="603885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 spc="48">
                <a:solidFill>
                  <a:srgbClr val="1A4A5E"/>
                </a:solidFill>
                <a:cs typeface="+mn-lt"/>
              </a:rPr>
              <a:t>开题报告</a:t>
            </a:r>
            <a:endParaRPr sz="2400" b="1" spc="48">
              <a:solidFill>
                <a:srgbClr val="1A4A5E"/>
              </a:solidFill>
              <a:cs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66750" y="3848624"/>
            <a:ext cx="60388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spc="30">
                <a:solidFill>
                  <a:srgbClr val="3D6B7E"/>
                </a:solidFill>
                <a:cs typeface="+mn-lt"/>
              </a:rPr>
              <a:t>Agent </a:t>
            </a:r>
            <a:r>
              <a:rPr lang="zh-CN" sz="1500" spc="30">
                <a:solidFill>
                  <a:srgbClr val="3D6B7E"/>
                </a:solidFill>
                <a:cs typeface="+mn-lt"/>
              </a:rPr>
              <a:t>驱动的</a:t>
            </a:r>
            <a:r>
              <a:rPr lang="zh-CN" sz="1500" spc="30">
                <a:solidFill>
                  <a:srgbClr val="3D6B7E"/>
                </a:solidFill>
                <a:cs typeface="+mn-lt"/>
              </a:rPr>
              <a:t>面向高校</a:t>
            </a:r>
            <a:r>
              <a:rPr lang="zh-CN" sz="1500" spc="30">
                <a:solidFill>
                  <a:srgbClr val="3D6B7E"/>
                </a:solidFill>
                <a:cs typeface="+mn-lt"/>
              </a:rPr>
              <a:t>学生项目管理平台</a:t>
            </a:r>
            <a:endParaRPr lang="zh-CN" sz="1500" spc="30">
              <a:solidFill>
                <a:srgbClr val="3D6B7E"/>
              </a:solidFill>
              <a:cs typeface="+mn-lt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666750" y="4396105"/>
            <a:ext cx="6038850" cy="9525"/>
          </a:xfrm>
          <a:prstGeom prst="rect">
            <a:avLst/>
          </a:prstGeom>
          <a:solidFill>
            <a:schemeClr val="accent1">
              <a:lumMod val="20732"/>
              <a:lumOff val="7926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666750" y="4619196"/>
            <a:ext cx="60388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 spc="27">
                <a:solidFill>
                  <a:srgbClr val="3D6B7E"/>
                </a:solidFill>
                <a:cs typeface="+mn-lt"/>
              </a:rPr>
              <a:t>看板协作</a:t>
            </a:r>
            <a:r>
              <a:rPr lang="en-US" altLang="zh-CN" sz="1350" spc="27">
                <a:solidFill>
                  <a:srgbClr val="3D6B7E"/>
                </a:solidFill>
                <a:cs typeface="+mn-lt"/>
              </a:rPr>
              <a:t> · AI </a:t>
            </a:r>
            <a:r>
              <a:rPr lang="zh-CN" altLang="en-US" sz="1350" spc="27">
                <a:solidFill>
                  <a:srgbClr val="3D6B7E"/>
                </a:solidFill>
                <a:cs typeface="+mn-lt"/>
              </a:rPr>
              <a:t>任务拆解</a:t>
            </a:r>
            <a:r>
              <a:rPr lang="en-US" altLang="zh-CN" sz="1350" spc="27">
                <a:solidFill>
                  <a:srgbClr val="3D6B7E"/>
                </a:solidFill>
                <a:cs typeface="+mn-lt"/>
              </a:rPr>
              <a:t> · </a:t>
            </a:r>
            <a:r>
              <a:rPr lang="zh-CN" altLang="en-US" sz="1350" spc="27">
                <a:solidFill>
                  <a:srgbClr val="3D6B7E"/>
                </a:solidFill>
                <a:cs typeface="+mn-lt"/>
              </a:rPr>
              <a:t>资源占用登记</a:t>
            </a:r>
            <a:r>
              <a:rPr lang="en-US" altLang="zh-CN" sz="1350" spc="27">
                <a:solidFill>
                  <a:srgbClr val="3D6B7E"/>
                </a:solidFill>
                <a:cs typeface="+mn-lt"/>
              </a:rPr>
              <a:t> · </a:t>
            </a:r>
            <a:r>
              <a:rPr lang="zh-CN" altLang="en-US" sz="1350" spc="27">
                <a:solidFill>
                  <a:srgbClr val="3D6B7E"/>
                </a:solidFill>
                <a:cs typeface="+mn-lt"/>
              </a:rPr>
              <a:t>外部</a:t>
            </a:r>
            <a:r>
              <a:rPr lang="en-US" altLang="zh-CN" sz="1350" spc="27">
                <a:solidFill>
                  <a:srgbClr val="3D6B7E"/>
                </a:solidFill>
                <a:cs typeface="+mn-lt"/>
              </a:rPr>
              <a:t> Agent </a:t>
            </a:r>
            <a:r>
              <a:rPr lang="zh-CN" altLang="en-US" sz="1350" spc="27">
                <a:solidFill>
                  <a:srgbClr val="3D6B7E"/>
                </a:solidFill>
                <a:cs typeface="+mn-lt"/>
              </a:rPr>
              <a:t>辅助</a:t>
            </a:r>
            <a:r>
              <a:rPr lang="zh-CN" altLang="en-US" sz="1350" spc="27">
                <a:solidFill>
                  <a:srgbClr val="3D6B7E"/>
                </a:solidFill>
                <a:cs typeface="+mn-lt"/>
              </a:rPr>
              <a:t>管理</a:t>
            </a:r>
            <a:endParaRPr lang="zh-CN" altLang="en-US" sz="1350" spc="27">
              <a:solidFill>
                <a:srgbClr val="3D6B7E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666750" y="5125720"/>
            <a:ext cx="10521315" cy="63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cs typeface="+mn-lt"/>
              </a:rPr>
              <a:t>汇报小组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cs typeface="+mn-lt"/>
              </a:rPr>
              <a:t>:</a:t>
            </a:r>
            <a:r>
              <a:rPr lang="en-US" altLang="zh-CN" sz="1400" spc="24">
                <a:solidFill>
                  <a:schemeClr val="bg2">
                    <a:lumMod val="10000"/>
                  </a:schemeClr>
                </a:solidFill>
                <a:cs typeface="+mn-lt"/>
              </a:rPr>
              <a:t> 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cs typeface="+mn-lt"/>
              </a:rPr>
              <a:t>用户说得都队</a:t>
            </a:r>
            <a:r>
              <a:rPr lang="zh-CN" altLang="en-US" sz="1400" spc="24">
                <a:solidFill>
                  <a:schemeClr val="bg2">
                    <a:lumMod val="10000"/>
                  </a:schemeClr>
                </a:solidFill>
                <a:cs typeface="+mn-lt"/>
              </a:rPr>
              <a:t>（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cs typeface="+mn-lt"/>
              </a:rPr>
              <a:t>队长、后端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cs typeface="+mn-lt"/>
              </a:rPr>
              <a:t>&amp;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cs typeface="+mn-lt"/>
              </a:rPr>
              <a:t>部署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cs typeface="+mn-lt"/>
              </a:rPr>
              <a:t>&amp;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cs typeface="+mn-lt"/>
              </a:rPr>
              <a:t>测试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cs typeface="+mn-lt"/>
              </a:rPr>
              <a:t>-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cs typeface="+mn-lt"/>
              </a:rPr>
              <a:t>黄慈涵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cs typeface="+mn-lt"/>
              </a:rPr>
              <a:t>  UI&amp;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PPT-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黄飞诚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  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前端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(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用户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&amp;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权限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&amp;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任务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&amp;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聊天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)-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曾瑞鑫、玉杰锋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  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后端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&amp;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资源</a:t>
            </a:r>
            <a:r>
              <a:rPr lang="en-US" altLang="zh-CN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&amp;AI-</a:t>
            </a: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cs typeface="+mn-lt"/>
              </a:rPr>
              <a:t>顾人宽</a:t>
            </a:r>
            <a:r>
              <a:rPr lang="zh-CN" altLang="en-US" sz="1400" spc="24">
                <a:solidFill>
                  <a:schemeClr val="bg2">
                    <a:lumMod val="10000"/>
                  </a:schemeClr>
                </a:solidFill>
                <a:cs typeface="+mn-lt"/>
              </a:rPr>
              <a:t>）</a:t>
            </a:r>
            <a:endParaRPr lang="zh-CN" altLang="en-US" sz="1400" spc="24">
              <a:solidFill>
                <a:schemeClr val="bg2">
                  <a:lumMod val="10000"/>
                </a:schemeClr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lang="zh-CN" altLang="en-US" sz="1400" b="1" spc="24">
                <a:solidFill>
                  <a:schemeClr val="bg2">
                    <a:lumMod val="10000"/>
                  </a:schemeClr>
                </a:solidFill>
                <a:cs typeface="+mn-lt"/>
              </a:rPr>
              <a:t>指导教师：郭诗辉</a:t>
            </a:r>
            <a:r>
              <a:rPr lang="en-US" altLang="zh-CN" sz="1200" spc="24">
                <a:solidFill>
                  <a:srgbClr val="5E8CA0"/>
                </a:solidFill>
                <a:cs typeface="+mn-lt"/>
              </a:rPr>
              <a:t>  </a:t>
            </a:r>
            <a:endParaRPr lang="en-US" altLang="zh-CN" sz="1200" spc="24">
              <a:solidFill>
                <a:srgbClr val="5E8CA0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lang="en-US" altLang="zh-CN" sz="1200" spc="24">
                <a:solidFill>
                  <a:schemeClr val="bg2">
                    <a:lumMod val="10000"/>
                  </a:schemeClr>
                </a:solidFill>
                <a:cs typeface="+mn-lt"/>
              </a:rPr>
              <a:t>2026 </a:t>
            </a:r>
            <a:r>
              <a:rPr lang="zh-CN" altLang="en-US" sz="1200" spc="24">
                <a:solidFill>
                  <a:schemeClr val="bg2">
                    <a:lumMod val="10000"/>
                  </a:schemeClr>
                </a:solidFill>
                <a:cs typeface="+mn-lt"/>
              </a:rPr>
              <a:t>年</a:t>
            </a:r>
            <a:r>
              <a:rPr lang="en-US" altLang="zh-CN" sz="1200" spc="24">
                <a:solidFill>
                  <a:schemeClr val="bg2">
                    <a:lumMod val="10000"/>
                  </a:schemeClr>
                </a:solidFill>
                <a:cs typeface="+mn-lt"/>
              </a:rPr>
              <a:t> 9 </a:t>
            </a:r>
            <a:r>
              <a:rPr lang="zh-CN" altLang="en-US" sz="1200" spc="24">
                <a:solidFill>
                  <a:schemeClr val="bg2">
                    <a:lumMod val="10000"/>
                  </a:schemeClr>
                </a:solidFill>
                <a:cs typeface="+mn-lt"/>
              </a:rPr>
              <a:t>月</a:t>
            </a:r>
            <a:endParaRPr lang="zh-CN" altLang="en-US" sz="1200" spc="24">
              <a:solidFill>
                <a:schemeClr val="bg2">
                  <a:lumMod val="10000"/>
                </a:schemeClr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8"/>
            </p:custDataLst>
          </p:nvPr>
        </p:nvSpPr>
        <p:spPr>
          <a:xfrm rot="2700000">
            <a:off x="666115" y="1541145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9"/>
            </p:custDataLst>
          </p:nvPr>
        </p:nvSpPr>
        <p:spPr>
          <a:xfrm>
            <a:off x="2335530" y="156019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501015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A4A5E"/>
                </a:solidFill>
                <a:latin typeface="MiSans Demibold" panose="00000700000000000000" charset="-122"/>
                <a:ea typeface="MiSans Demibold" panose="00000700000000000000" charset="-122"/>
              </a:rPr>
              <a:t>目录</a:t>
            </a:r>
            <a:endParaRPr sz="4200" b="1">
              <a:solidFill>
                <a:srgbClr val="1A4A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828800" y="85725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3784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10 w 8595"/>
              <a:gd name="p0y0" fmla="*/ 0 h 2355"/>
              <a:gd name="p0x1" fmla="*/ 8385 w 8595"/>
              <a:gd name="p0y1" fmla="*/ 0 h 2355"/>
              <a:gd name="p0x2" fmla="*/ 8500 w 8595"/>
              <a:gd name="p0y2" fmla="*/ 0 h 2355"/>
              <a:gd name="p0x3" fmla="*/ 8595 w 8595"/>
              <a:gd name="p0y3" fmla="*/ 94 h 2355"/>
              <a:gd name="p0x4" fmla="*/ 8595 w 8595"/>
              <a:gd name="p0y4" fmla="*/ 210 h 2355"/>
              <a:gd name="p0x5" fmla="*/ 8595 w 8595"/>
              <a:gd name="p0y5" fmla="*/ 2145 h 2355"/>
              <a:gd name="p0x6" fmla="*/ 8595 w 8595"/>
              <a:gd name="p0y6" fmla="*/ 2260 h 2355"/>
              <a:gd name="p0x7" fmla="*/ 8500 w 8595"/>
              <a:gd name="p0y7" fmla="*/ 2355 h 2355"/>
              <a:gd name="p0x8" fmla="*/ 8385 w 8595"/>
              <a:gd name="p0y8" fmla="*/ 2355 h 2355"/>
              <a:gd name="p0x9" fmla="*/ 210 w 8595"/>
              <a:gd name="p0y9" fmla="*/ 2355 h 2355"/>
              <a:gd name="p0x10" fmla="*/ 94 w 8595"/>
              <a:gd name="p0y10" fmla="*/ 2355 h 2355"/>
              <a:gd name="p0x11" fmla="*/ 0 w 8595"/>
              <a:gd name="p0y11" fmla="*/ 2260 h 2355"/>
              <a:gd name="p0x12" fmla="*/ 0 w 8595"/>
              <a:gd name="p0y12" fmla="*/ 2145 h 2355"/>
              <a:gd name="p0x13" fmla="*/ 0 w 8595"/>
              <a:gd name="p0y13" fmla="*/ 210 h 2355"/>
              <a:gd name="p0x14" fmla="*/ 0 w 8595"/>
              <a:gd name="p0y14" fmla="*/ 94 h 2355"/>
              <a:gd name="p0x15" fmla="*/ 94 w 8595"/>
              <a:gd name="p0y15" fmla="*/ 0 h 2355"/>
              <a:gd name="p0x16" fmla="*/ 21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20732"/>
                <a:lumOff val="79268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6714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0077B6"/>
                </a:solidFill>
                <a:latin typeface="MiSans Demibold" panose="00000700000000000000" charset="-122"/>
                <a:ea typeface="MiSans Demibold" panose="00000700000000000000" charset="-122"/>
              </a:rPr>
              <a:t>01</a:t>
            </a:r>
            <a:endParaRPr sz="3300" b="1">
              <a:solidFill>
                <a:srgbClr val="0077B6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542415" y="1918970"/>
            <a:ext cx="9525" cy="523875"/>
          </a:xfrm>
          <a:prstGeom prst="rect">
            <a:avLst/>
          </a:prstGeom>
          <a:solidFill>
            <a:schemeClr val="accent1">
              <a:lumMod val="20732"/>
              <a:lumOff val="7926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76425" y="18721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4A5E"/>
                </a:solidFill>
                <a:latin typeface="MiSans Demibold" panose="00000700000000000000" charset="-122"/>
                <a:ea typeface="MiSans Demibold" panose="00000700000000000000" charset="-122"/>
              </a:rPr>
              <a:t>项目背景</a:t>
            </a:r>
            <a:endParaRPr sz="2100" b="1">
              <a:solidFill>
                <a:srgbClr val="1A4A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876425" y="2245995"/>
            <a:ext cx="3923030" cy="611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聚焦于如今高校学生面对项目管理时的真实痛点及当下</a:t>
            </a:r>
            <a:r>
              <a:rPr lang="en-US" altLang="zh-CN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 AI Agent </a:t>
            </a:r>
            <a:r>
              <a:rPr lang="zh-CN" altLang="en-US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快速发展</a:t>
            </a:r>
            <a:r>
              <a:rPr lang="zh-CN" altLang="en-US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所带来的时代机遇</a:t>
            </a:r>
            <a:endParaRPr lang="zh-CN" altLang="en-US" sz="1350">
              <a:solidFill>
                <a:srgbClr val="3D6B7E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8"/>
            </p:custDataLst>
          </p:nvPr>
        </p:nvSpPr>
        <p:spPr>
          <a:xfrm>
            <a:off x="607550" y="1438275"/>
            <a:ext cx="5319049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76" h="30">
                <a:moveTo>
                  <a:pt x="108" y="0"/>
                </a:moveTo>
                <a:lnTo>
                  <a:pt x="8268" y="0"/>
                </a:lnTo>
                <a:cubicBezTo>
                  <a:pt x="8308" y="0"/>
                  <a:pt x="8345" y="11"/>
                  <a:pt x="8376" y="30"/>
                </a:cubicBezTo>
                <a:lnTo>
                  <a:pt x="0" y="30"/>
                </a:lnTo>
                <a:cubicBezTo>
                  <a:pt x="32" y="11"/>
                  <a:pt x="69" y="0"/>
                  <a:pt x="1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619569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10 w 8595"/>
              <a:gd name="p0y0" fmla="*/ 0 h 2355"/>
              <a:gd name="p0x1" fmla="*/ 8385 w 8595"/>
              <a:gd name="p0y1" fmla="*/ 0 h 2355"/>
              <a:gd name="p0x2" fmla="*/ 8500 w 8595"/>
              <a:gd name="p0y2" fmla="*/ 0 h 2355"/>
              <a:gd name="p0x3" fmla="*/ 8595 w 8595"/>
              <a:gd name="p0y3" fmla="*/ 94 h 2355"/>
              <a:gd name="p0x4" fmla="*/ 8595 w 8595"/>
              <a:gd name="p0y4" fmla="*/ 210 h 2355"/>
              <a:gd name="p0x5" fmla="*/ 8595 w 8595"/>
              <a:gd name="p0y5" fmla="*/ 2145 h 2355"/>
              <a:gd name="p0x6" fmla="*/ 8595 w 8595"/>
              <a:gd name="p0y6" fmla="*/ 2260 h 2355"/>
              <a:gd name="p0x7" fmla="*/ 8500 w 8595"/>
              <a:gd name="p0y7" fmla="*/ 2355 h 2355"/>
              <a:gd name="p0x8" fmla="*/ 8385 w 8595"/>
              <a:gd name="p0y8" fmla="*/ 2355 h 2355"/>
              <a:gd name="p0x9" fmla="*/ 210 w 8595"/>
              <a:gd name="p0y9" fmla="*/ 2355 h 2355"/>
              <a:gd name="p0x10" fmla="*/ 94 w 8595"/>
              <a:gd name="p0y10" fmla="*/ 2355 h 2355"/>
              <a:gd name="p0x11" fmla="*/ 0 w 8595"/>
              <a:gd name="p0y11" fmla="*/ 2260 h 2355"/>
              <a:gd name="p0x12" fmla="*/ 0 w 8595"/>
              <a:gd name="p0y12" fmla="*/ 2145 h 2355"/>
              <a:gd name="p0x13" fmla="*/ 0 w 8595"/>
              <a:gd name="p0y13" fmla="*/ 210 h 2355"/>
              <a:gd name="p0x14" fmla="*/ 0 w 8595"/>
              <a:gd name="p0y14" fmla="*/ 94 h 2355"/>
              <a:gd name="p0x15" fmla="*/ 94 w 8595"/>
              <a:gd name="p0y15" fmla="*/ 0 h 2355"/>
              <a:gd name="p0x16" fmla="*/ 21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20732"/>
                <a:lumOff val="79268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652499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0077B6"/>
                </a:solidFill>
                <a:latin typeface="MiSans Demibold" panose="00000700000000000000" charset="-122"/>
                <a:ea typeface="MiSans Demibold" panose="00000700000000000000" charset="-122"/>
              </a:rPr>
              <a:t>02</a:t>
            </a:r>
            <a:endParaRPr sz="3300" b="1">
              <a:solidFill>
                <a:srgbClr val="0077B6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7200265" y="1918970"/>
            <a:ext cx="9525" cy="523875"/>
          </a:xfrm>
          <a:prstGeom prst="rect">
            <a:avLst/>
          </a:prstGeom>
          <a:solidFill>
            <a:schemeClr val="accent1">
              <a:lumMod val="20732"/>
              <a:lumOff val="7926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7534275" y="1764983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4A5E"/>
                </a:solidFill>
                <a:latin typeface="MiSans Demibold" panose="00000700000000000000" charset="-122"/>
                <a:ea typeface="MiSans Demibold" panose="00000700000000000000" charset="-122"/>
              </a:rPr>
              <a:t>同类产品调研</a:t>
            </a:r>
            <a:endParaRPr sz="2100" b="1">
              <a:solidFill>
                <a:srgbClr val="1A4A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7534275" y="2138680"/>
            <a:ext cx="3990975" cy="6235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通过访问网络平台实现与</a:t>
            </a:r>
            <a:r>
              <a:rPr lang="en-US" altLang="en-US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Teambition / </a:t>
            </a:r>
            <a:r>
              <a:rPr lang="zh-CN" altLang="en-US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飞书项目</a:t>
            </a:r>
            <a:r>
              <a:rPr lang="en-US" altLang="zh-CN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 / Trello·Jira </a:t>
            </a:r>
            <a:r>
              <a:rPr lang="zh-CN" altLang="en-US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等同类优秀产品的对比，获得新</a:t>
            </a:r>
            <a:r>
              <a:rPr lang="zh-CN" altLang="en-US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启发</a:t>
            </a:r>
            <a:endParaRPr lang="zh-CN" altLang="en-US" sz="1350">
              <a:solidFill>
                <a:srgbClr val="3D6B7E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6265400" y="1438275"/>
            <a:ext cx="5319049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76" h="30">
                <a:moveTo>
                  <a:pt x="108" y="0"/>
                </a:moveTo>
                <a:lnTo>
                  <a:pt x="8268" y="0"/>
                </a:lnTo>
                <a:cubicBezTo>
                  <a:pt x="8308" y="0"/>
                  <a:pt x="8345" y="11"/>
                  <a:pt x="8376" y="30"/>
                </a:cubicBezTo>
                <a:lnTo>
                  <a:pt x="0" y="30"/>
                </a:lnTo>
                <a:cubicBezTo>
                  <a:pt x="32" y="11"/>
                  <a:pt x="69" y="0"/>
                  <a:pt x="1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15"/>
            </p:custDataLst>
          </p:nvPr>
        </p:nvSpPr>
        <p:spPr>
          <a:xfrm>
            <a:off x="53784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10 w 8595"/>
              <a:gd name="p0y0" fmla="*/ 0 h 2355"/>
              <a:gd name="p0x1" fmla="*/ 8385 w 8595"/>
              <a:gd name="p0y1" fmla="*/ 0 h 2355"/>
              <a:gd name="p0x2" fmla="*/ 8500 w 8595"/>
              <a:gd name="p0y2" fmla="*/ 0 h 2355"/>
              <a:gd name="p0x3" fmla="*/ 8595 w 8595"/>
              <a:gd name="p0y3" fmla="*/ 94 h 2355"/>
              <a:gd name="p0x4" fmla="*/ 8595 w 8595"/>
              <a:gd name="p0y4" fmla="*/ 210 h 2355"/>
              <a:gd name="p0x5" fmla="*/ 8595 w 8595"/>
              <a:gd name="p0y5" fmla="*/ 2145 h 2355"/>
              <a:gd name="p0x6" fmla="*/ 8595 w 8595"/>
              <a:gd name="p0y6" fmla="*/ 2260 h 2355"/>
              <a:gd name="p0x7" fmla="*/ 8500 w 8595"/>
              <a:gd name="p0y7" fmla="*/ 2355 h 2355"/>
              <a:gd name="p0x8" fmla="*/ 8385 w 8595"/>
              <a:gd name="p0y8" fmla="*/ 2355 h 2355"/>
              <a:gd name="p0x9" fmla="*/ 210 w 8595"/>
              <a:gd name="p0y9" fmla="*/ 2355 h 2355"/>
              <a:gd name="p0x10" fmla="*/ 94 w 8595"/>
              <a:gd name="p0y10" fmla="*/ 2355 h 2355"/>
              <a:gd name="p0x11" fmla="*/ 0 w 8595"/>
              <a:gd name="p0y11" fmla="*/ 2260 h 2355"/>
              <a:gd name="p0x12" fmla="*/ 0 w 8595"/>
              <a:gd name="p0y12" fmla="*/ 2145 h 2355"/>
              <a:gd name="p0x13" fmla="*/ 0 w 8595"/>
              <a:gd name="p0y13" fmla="*/ 210 h 2355"/>
              <a:gd name="p0x14" fmla="*/ 0 w 8595"/>
              <a:gd name="p0y14" fmla="*/ 94 h 2355"/>
              <a:gd name="p0x15" fmla="*/ 94 w 8595"/>
              <a:gd name="p0y15" fmla="*/ 0 h 2355"/>
              <a:gd name="p0x16" fmla="*/ 21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20732"/>
                <a:lumOff val="79268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86714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0077B6"/>
                </a:solidFill>
                <a:latin typeface="MiSans Demibold" panose="00000700000000000000" charset="-122"/>
                <a:ea typeface="MiSans Demibold" panose="00000700000000000000" charset="-122"/>
              </a:rPr>
              <a:t>03</a:t>
            </a:r>
            <a:endParaRPr sz="3300" b="1">
              <a:solidFill>
                <a:srgbClr val="0077B6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4" name="矩形 23"/>
          <p:cNvSpPr/>
          <p:nvPr>
            <p:custDataLst>
              <p:tags r:id="rId17"/>
            </p:custDataLst>
          </p:nvPr>
        </p:nvSpPr>
        <p:spPr>
          <a:xfrm>
            <a:off x="1542415" y="3614420"/>
            <a:ext cx="9525" cy="523875"/>
          </a:xfrm>
          <a:prstGeom prst="rect">
            <a:avLst/>
          </a:prstGeom>
          <a:solidFill>
            <a:schemeClr val="accent1">
              <a:lumMod val="20732"/>
              <a:lumOff val="7926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8"/>
            </p:custDataLst>
          </p:nvPr>
        </p:nvSpPr>
        <p:spPr>
          <a:xfrm>
            <a:off x="1876425" y="356758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4A5E"/>
                </a:solidFill>
                <a:latin typeface="MiSans Demibold" panose="00000700000000000000" charset="-122"/>
                <a:ea typeface="MiSans Demibold" panose="00000700000000000000" charset="-122"/>
              </a:rPr>
              <a:t>用户调研</a:t>
            </a:r>
            <a:endParaRPr sz="2100" b="1">
              <a:solidFill>
                <a:srgbClr val="1A4A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9"/>
            </p:custDataLst>
          </p:nvPr>
        </p:nvSpPr>
        <p:spPr>
          <a:xfrm>
            <a:off x="1876425" y="3941445"/>
            <a:ext cx="3837305" cy="473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</a:rPr>
              <a:t>走进高校学生等受众群体当中积极调研，将用户的需求放在</a:t>
            </a:r>
            <a:r>
              <a:rPr lang="zh-CN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</a:rPr>
              <a:t>第一位</a:t>
            </a:r>
            <a:endParaRPr lang="zh-CN" sz="1350">
              <a:solidFill>
                <a:srgbClr val="3D6B7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607550" y="3133725"/>
            <a:ext cx="5319049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76" h="30">
                <a:moveTo>
                  <a:pt x="108" y="0"/>
                </a:moveTo>
                <a:lnTo>
                  <a:pt x="8268" y="0"/>
                </a:lnTo>
                <a:cubicBezTo>
                  <a:pt x="8308" y="0"/>
                  <a:pt x="8345" y="11"/>
                  <a:pt x="8376" y="30"/>
                </a:cubicBezTo>
                <a:lnTo>
                  <a:pt x="0" y="30"/>
                </a:lnTo>
                <a:cubicBezTo>
                  <a:pt x="32" y="11"/>
                  <a:pt x="69" y="0"/>
                  <a:pt x="1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1"/>
            </p:custDataLst>
          </p:nvPr>
        </p:nvSpPr>
        <p:spPr>
          <a:xfrm>
            <a:off x="619569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10 w 8595"/>
              <a:gd name="p0y0" fmla="*/ 0 h 2355"/>
              <a:gd name="p0x1" fmla="*/ 8385 w 8595"/>
              <a:gd name="p0y1" fmla="*/ 0 h 2355"/>
              <a:gd name="p0x2" fmla="*/ 8500 w 8595"/>
              <a:gd name="p0y2" fmla="*/ 0 h 2355"/>
              <a:gd name="p0x3" fmla="*/ 8595 w 8595"/>
              <a:gd name="p0y3" fmla="*/ 94 h 2355"/>
              <a:gd name="p0x4" fmla="*/ 8595 w 8595"/>
              <a:gd name="p0y4" fmla="*/ 210 h 2355"/>
              <a:gd name="p0x5" fmla="*/ 8595 w 8595"/>
              <a:gd name="p0y5" fmla="*/ 2145 h 2355"/>
              <a:gd name="p0x6" fmla="*/ 8595 w 8595"/>
              <a:gd name="p0y6" fmla="*/ 2260 h 2355"/>
              <a:gd name="p0x7" fmla="*/ 8500 w 8595"/>
              <a:gd name="p0y7" fmla="*/ 2355 h 2355"/>
              <a:gd name="p0x8" fmla="*/ 8385 w 8595"/>
              <a:gd name="p0y8" fmla="*/ 2355 h 2355"/>
              <a:gd name="p0x9" fmla="*/ 210 w 8595"/>
              <a:gd name="p0y9" fmla="*/ 2355 h 2355"/>
              <a:gd name="p0x10" fmla="*/ 94 w 8595"/>
              <a:gd name="p0y10" fmla="*/ 2355 h 2355"/>
              <a:gd name="p0x11" fmla="*/ 0 w 8595"/>
              <a:gd name="p0y11" fmla="*/ 2260 h 2355"/>
              <a:gd name="p0x12" fmla="*/ 0 w 8595"/>
              <a:gd name="p0y12" fmla="*/ 2145 h 2355"/>
              <a:gd name="p0x13" fmla="*/ 0 w 8595"/>
              <a:gd name="p0y13" fmla="*/ 210 h 2355"/>
              <a:gd name="p0x14" fmla="*/ 0 w 8595"/>
              <a:gd name="p0y14" fmla="*/ 94 h 2355"/>
              <a:gd name="p0x15" fmla="*/ 94 w 8595"/>
              <a:gd name="p0y15" fmla="*/ 0 h 2355"/>
              <a:gd name="p0x16" fmla="*/ 21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20732"/>
                <a:lumOff val="79268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2"/>
            </p:custDataLst>
          </p:nvPr>
        </p:nvSpPr>
        <p:spPr>
          <a:xfrm>
            <a:off x="652499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0077B6"/>
                </a:solidFill>
                <a:latin typeface="MiSans Demibold" panose="00000700000000000000" charset="-122"/>
                <a:ea typeface="MiSans Demibold" panose="00000700000000000000" charset="-122"/>
              </a:rPr>
              <a:t>04</a:t>
            </a:r>
            <a:endParaRPr sz="3300" b="1">
              <a:solidFill>
                <a:srgbClr val="0077B6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2" name="矩形 31"/>
          <p:cNvSpPr/>
          <p:nvPr>
            <p:custDataLst>
              <p:tags r:id="rId23"/>
            </p:custDataLst>
          </p:nvPr>
        </p:nvSpPr>
        <p:spPr>
          <a:xfrm>
            <a:off x="7200265" y="3614420"/>
            <a:ext cx="9525" cy="523875"/>
          </a:xfrm>
          <a:prstGeom prst="rect">
            <a:avLst/>
          </a:prstGeom>
          <a:solidFill>
            <a:schemeClr val="accent1">
              <a:lumMod val="20732"/>
              <a:lumOff val="7926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4"/>
            </p:custDataLst>
          </p:nvPr>
        </p:nvSpPr>
        <p:spPr>
          <a:xfrm>
            <a:off x="7534275" y="3460433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4A5E"/>
                </a:solidFill>
                <a:latin typeface="MiSans Demibold" panose="00000700000000000000" charset="-122"/>
                <a:ea typeface="MiSans Demibold" panose="00000700000000000000" charset="-122"/>
              </a:rPr>
              <a:t>功能设计</a:t>
            </a:r>
            <a:endParaRPr sz="2100" b="1">
              <a:solidFill>
                <a:srgbClr val="1A4A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25"/>
            </p:custDataLst>
          </p:nvPr>
        </p:nvSpPr>
        <p:spPr>
          <a:xfrm>
            <a:off x="7534275" y="3834130"/>
            <a:ext cx="3990975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预期增加更细分的管理权限、核心交互功能、资源审核制度等等</a:t>
            </a:r>
            <a:r>
              <a:rPr lang="zh-CN" altLang="en-US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功能</a:t>
            </a:r>
            <a:endParaRPr lang="zh-CN" altLang="en-US" sz="1350">
              <a:solidFill>
                <a:srgbClr val="3D6B7E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6"/>
            </p:custDataLst>
          </p:nvPr>
        </p:nvSpPr>
        <p:spPr>
          <a:xfrm>
            <a:off x="6265400" y="3133725"/>
            <a:ext cx="5319049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76" h="30">
                <a:moveTo>
                  <a:pt x="108" y="0"/>
                </a:moveTo>
                <a:lnTo>
                  <a:pt x="8268" y="0"/>
                </a:lnTo>
                <a:cubicBezTo>
                  <a:pt x="8308" y="0"/>
                  <a:pt x="8345" y="11"/>
                  <a:pt x="8376" y="30"/>
                </a:cubicBezTo>
                <a:lnTo>
                  <a:pt x="0" y="30"/>
                </a:lnTo>
                <a:cubicBezTo>
                  <a:pt x="32" y="11"/>
                  <a:pt x="69" y="0"/>
                  <a:pt x="1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27"/>
            </p:custDataLst>
          </p:nvPr>
        </p:nvSpPr>
        <p:spPr>
          <a:xfrm>
            <a:off x="53784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10 w 8595"/>
              <a:gd name="p0y0" fmla="*/ 0 h 2355"/>
              <a:gd name="p0x1" fmla="*/ 8385 w 8595"/>
              <a:gd name="p0y1" fmla="*/ 0 h 2355"/>
              <a:gd name="p0x2" fmla="*/ 8500 w 8595"/>
              <a:gd name="p0y2" fmla="*/ 0 h 2355"/>
              <a:gd name="p0x3" fmla="*/ 8595 w 8595"/>
              <a:gd name="p0y3" fmla="*/ 94 h 2355"/>
              <a:gd name="p0x4" fmla="*/ 8595 w 8595"/>
              <a:gd name="p0y4" fmla="*/ 210 h 2355"/>
              <a:gd name="p0x5" fmla="*/ 8595 w 8595"/>
              <a:gd name="p0y5" fmla="*/ 2145 h 2355"/>
              <a:gd name="p0x6" fmla="*/ 8595 w 8595"/>
              <a:gd name="p0y6" fmla="*/ 2260 h 2355"/>
              <a:gd name="p0x7" fmla="*/ 8500 w 8595"/>
              <a:gd name="p0y7" fmla="*/ 2355 h 2355"/>
              <a:gd name="p0x8" fmla="*/ 8385 w 8595"/>
              <a:gd name="p0y8" fmla="*/ 2355 h 2355"/>
              <a:gd name="p0x9" fmla="*/ 210 w 8595"/>
              <a:gd name="p0y9" fmla="*/ 2355 h 2355"/>
              <a:gd name="p0x10" fmla="*/ 94 w 8595"/>
              <a:gd name="p0y10" fmla="*/ 2355 h 2355"/>
              <a:gd name="p0x11" fmla="*/ 0 w 8595"/>
              <a:gd name="p0y11" fmla="*/ 2260 h 2355"/>
              <a:gd name="p0x12" fmla="*/ 0 w 8595"/>
              <a:gd name="p0y12" fmla="*/ 2145 h 2355"/>
              <a:gd name="p0x13" fmla="*/ 0 w 8595"/>
              <a:gd name="p0y13" fmla="*/ 210 h 2355"/>
              <a:gd name="p0x14" fmla="*/ 0 w 8595"/>
              <a:gd name="p0y14" fmla="*/ 94 h 2355"/>
              <a:gd name="p0x15" fmla="*/ 94 w 8595"/>
              <a:gd name="p0y15" fmla="*/ 0 h 2355"/>
              <a:gd name="p0x16" fmla="*/ 21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20732"/>
                <a:lumOff val="79268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28"/>
            </p:custDataLst>
          </p:nvPr>
        </p:nvSpPr>
        <p:spPr>
          <a:xfrm>
            <a:off x="86714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0077B6"/>
                </a:solidFill>
                <a:latin typeface="MiSans Demibold" panose="00000700000000000000" charset="-122"/>
                <a:ea typeface="MiSans Demibold" panose="00000700000000000000" charset="-122"/>
              </a:rPr>
              <a:t>05</a:t>
            </a:r>
            <a:endParaRPr sz="3300" b="1">
              <a:solidFill>
                <a:srgbClr val="0077B6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0" name="矩形 39"/>
          <p:cNvSpPr/>
          <p:nvPr>
            <p:custDataLst>
              <p:tags r:id="rId29"/>
            </p:custDataLst>
          </p:nvPr>
        </p:nvSpPr>
        <p:spPr>
          <a:xfrm>
            <a:off x="1542415" y="5309870"/>
            <a:ext cx="9525" cy="523875"/>
          </a:xfrm>
          <a:prstGeom prst="rect">
            <a:avLst/>
          </a:prstGeom>
          <a:solidFill>
            <a:schemeClr val="accent1">
              <a:lumMod val="20732"/>
              <a:lumOff val="7926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0"/>
            </p:custDataLst>
          </p:nvPr>
        </p:nvSpPr>
        <p:spPr>
          <a:xfrm>
            <a:off x="1876425" y="52630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4A5E"/>
                </a:solidFill>
                <a:latin typeface="MiSans Demibold" panose="00000700000000000000" charset="-122"/>
                <a:ea typeface="MiSans Demibold" panose="00000700000000000000" charset="-122"/>
              </a:rPr>
              <a:t>技术路线</a:t>
            </a:r>
            <a:endParaRPr sz="2100" b="1">
              <a:solidFill>
                <a:srgbClr val="1A4A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1"/>
            </p:custDataLst>
          </p:nvPr>
        </p:nvSpPr>
        <p:spPr>
          <a:xfrm>
            <a:off x="187642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</a:rPr>
              <a:t>涉及</a:t>
            </a:r>
            <a:r>
              <a:rPr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</a:rPr>
              <a:t>新功能的技术组件</a:t>
            </a:r>
            <a:r>
              <a:rPr lang="zh-CN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</a:rPr>
              <a:t>图表</a:t>
            </a:r>
            <a:r>
              <a:rPr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</a:rPr>
              <a:t>与三项关键选型</a:t>
            </a:r>
            <a:endParaRPr sz="1350">
              <a:solidFill>
                <a:srgbClr val="3D6B7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2"/>
            </p:custDataLst>
          </p:nvPr>
        </p:nvSpPr>
        <p:spPr>
          <a:xfrm>
            <a:off x="607550" y="4829175"/>
            <a:ext cx="5319049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76" h="30">
                <a:moveTo>
                  <a:pt x="108" y="0"/>
                </a:moveTo>
                <a:lnTo>
                  <a:pt x="8268" y="0"/>
                </a:lnTo>
                <a:cubicBezTo>
                  <a:pt x="8308" y="0"/>
                  <a:pt x="8345" y="11"/>
                  <a:pt x="8376" y="30"/>
                </a:cubicBezTo>
                <a:lnTo>
                  <a:pt x="0" y="30"/>
                </a:lnTo>
                <a:cubicBezTo>
                  <a:pt x="32" y="11"/>
                  <a:pt x="69" y="0"/>
                  <a:pt x="1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33"/>
            </p:custDataLst>
          </p:nvPr>
        </p:nvSpPr>
        <p:spPr>
          <a:xfrm>
            <a:off x="619569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10 w 8595"/>
              <a:gd name="p0y0" fmla="*/ 0 h 2355"/>
              <a:gd name="p0x1" fmla="*/ 8385 w 8595"/>
              <a:gd name="p0y1" fmla="*/ 0 h 2355"/>
              <a:gd name="p0x2" fmla="*/ 8500 w 8595"/>
              <a:gd name="p0y2" fmla="*/ 0 h 2355"/>
              <a:gd name="p0x3" fmla="*/ 8595 w 8595"/>
              <a:gd name="p0y3" fmla="*/ 94 h 2355"/>
              <a:gd name="p0x4" fmla="*/ 8595 w 8595"/>
              <a:gd name="p0y4" fmla="*/ 210 h 2355"/>
              <a:gd name="p0x5" fmla="*/ 8595 w 8595"/>
              <a:gd name="p0y5" fmla="*/ 2145 h 2355"/>
              <a:gd name="p0x6" fmla="*/ 8595 w 8595"/>
              <a:gd name="p0y6" fmla="*/ 2260 h 2355"/>
              <a:gd name="p0x7" fmla="*/ 8500 w 8595"/>
              <a:gd name="p0y7" fmla="*/ 2355 h 2355"/>
              <a:gd name="p0x8" fmla="*/ 8385 w 8595"/>
              <a:gd name="p0y8" fmla="*/ 2355 h 2355"/>
              <a:gd name="p0x9" fmla="*/ 210 w 8595"/>
              <a:gd name="p0y9" fmla="*/ 2355 h 2355"/>
              <a:gd name="p0x10" fmla="*/ 94 w 8595"/>
              <a:gd name="p0y10" fmla="*/ 2355 h 2355"/>
              <a:gd name="p0x11" fmla="*/ 0 w 8595"/>
              <a:gd name="p0y11" fmla="*/ 2260 h 2355"/>
              <a:gd name="p0x12" fmla="*/ 0 w 8595"/>
              <a:gd name="p0y12" fmla="*/ 2145 h 2355"/>
              <a:gd name="p0x13" fmla="*/ 0 w 8595"/>
              <a:gd name="p0y13" fmla="*/ 210 h 2355"/>
              <a:gd name="p0x14" fmla="*/ 0 w 8595"/>
              <a:gd name="p0y14" fmla="*/ 94 h 2355"/>
              <a:gd name="p0x15" fmla="*/ 94 w 8595"/>
              <a:gd name="p0y15" fmla="*/ 0 h 2355"/>
              <a:gd name="p0x16" fmla="*/ 21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20732"/>
                <a:lumOff val="79268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34"/>
            </p:custDataLst>
          </p:nvPr>
        </p:nvSpPr>
        <p:spPr>
          <a:xfrm>
            <a:off x="652499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0077B6"/>
                </a:solidFill>
                <a:latin typeface="MiSans Demibold" panose="00000700000000000000" charset="-122"/>
                <a:ea typeface="MiSans Demibold" panose="00000700000000000000" charset="-122"/>
              </a:rPr>
              <a:t>06</a:t>
            </a:r>
            <a:endParaRPr sz="3300" b="1">
              <a:solidFill>
                <a:srgbClr val="0077B6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8" name="矩形 47"/>
          <p:cNvSpPr/>
          <p:nvPr>
            <p:custDataLst>
              <p:tags r:id="rId35"/>
            </p:custDataLst>
          </p:nvPr>
        </p:nvSpPr>
        <p:spPr>
          <a:xfrm>
            <a:off x="7200265" y="5309870"/>
            <a:ext cx="9525" cy="523875"/>
          </a:xfrm>
          <a:prstGeom prst="rect">
            <a:avLst/>
          </a:prstGeom>
          <a:solidFill>
            <a:schemeClr val="accent1">
              <a:lumMod val="20732"/>
              <a:lumOff val="7926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36"/>
            </p:custDataLst>
          </p:nvPr>
        </p:nvSpPr>
        <p:spPr>
          <a:xfrm>
            <a:off x="7534275" y="52630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4A5E"/>
                </a:solidFill>
                <a:latin typeface="MiSans Demibold" panose="00000700000000000000" charset="-122"/>
                <a:ea typeface="MiSans Demibold" panose="00000700000000000000" charset="-122"/>
              </a:rPr>
              <a:t>时间安排</a:t>
            </a:r>
            <a:endParaRPr sz="2100" b="1">
              <a:solidFill>
                <a:srgbClr val="1A4A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37"/>
            </p:custDataLst>
          </p:nvPr>
        </p:nvSpPr>
        <p:spPr>
          <a:xfrm>
            <a:off x="7534275" y="5636895"/>
            <a:ext cx="3990975" cy="481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</a:rPr>
              <a:t>严格依照课程要求的进度推进项目，预计分为三个阶段逐步完善平台</a:t>
            </a:r>
            <a:r>
              <a:rPr lang="zh-CN" sz="1350">
                <a:solidFill>
                  <a:srgbClr val="3D6B7E"/>
                </a:solidFill>
                <a:latin typeface="MiSans Demibold" panose="00000700000000000000" charset="-122"/>
                <a:ea typeface="MiSans Demibold" panose="00000700000000000000" charset="-122"/>
              </a:rPr>
              <a:t>功能</a:t>
            </a:r>
            <a:endParaRPr lang="zh-CN" sz="1350">
              <a:solidFill>
                <a:srgbClr val="3D6B7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38"/>
            </p:custDataLst>
          </p:nvPr>
        </p:nvSpPr>
        <p:spPr>
          <a:xfrm>
            <a:off x="6265400" y="4829175"/>
            <a:ext cx="5319049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76" h="30">
                <a:moveTo>
                  <a:pt x="108" y="0"/>
                </a:moveTo>
                <a:lnTo>
                  <a:pt x="8268" y="0"/>
                </a:lnTo>
                <a:cubicBezTo>
                  <a:pt x="8308" y="0"/>
                  <a:pt x="8345" y="11"/>
                  <a:pt x="8376" y="30"/>
                </a:cubicBezTo>
                <a:lnTo>
                  <a:pt x="0" y="30"/>
                </a:lnTo>
                <a:cubicBezTo>
                  <a:pt x="32" y="11"/>
                  <a:pt x="69" y="0"/>
                  <a:pt x="1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041775" y="713740"/>
            <a:ext cx="4107815" cy="3003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sz="2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我们开发项目时遇到的难题是什么？</a:t>
            </a:r>
            <a:endParaRPr lang="zh-CN" sz="2000" b="1">
              <a:solidFill>
                <a:srgbClr val="1A4A5E"/>
              </a:solidFill>
              <a:latin typeface="+mj-lt"/>
              <a:ea typeface="+mj-ea"/>
              <a:cs typeface="+mj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090920" y="1174115"/>
            <a:ext cx="5410200" cy="2571750"/>
            <a:chOff x="900" y="1740"/>
            <a:chExt cx="8520" cy="4050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900" y="1740"/>
              <a:ext cx="8520" cy="405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087" y="1927"/>
              <a:ext cx="8145" cy="3675"/>
            </a:xfrm>
            <a:custGeom>
              <a:avLst/>
              <a:gdLst>
                <a:gd name="sw" fmla="*/ 1 w 8145"/>
                <a:gd name="sh" fmla="*/ 1 h 3675"/>
                <a:gd name="mins" fmla="min sw sh"/>
                <a:gd name="dsw" fmla="+- 0 sw mins"/>
                <a:gd name="dsh" fmla="+- 0 sh mins"/>
                <a:gd name="p0x0" fmla="*/ 300 w 8145"/>
                <a:gd name="p0y0" fmla="*/ 0 h 3675"/>
                <a:gd name="p0x1" fmla="*/ 7845 w 8145"/>
                <a:gd name="p0y1" fmla="*/ 0 h 3675"/>
                <a:gd name="p0x2" fmla="*/ 8010 w 8145"/>
                <a:gd name="p0y2" fmla="*/ 0 h 3675"/>
                <a:gd name="p0x3" fmla="*/ 8145 w 8145"/>
                <a:gd name="p0y3" fmla="*/ 134 h 3675"/>
                <a:gd name="p0x4" fmla="*/ 8145 w 8145"/>
                <a:gd name="p0y4" fmla="*/ 300 h 3675"/>
                <a:gd name="p0x5" fmla="*/ 8145 w 8145"/>
                <a:gd name="p0y5" fmla="*/ 3375 h 3675"/>
                <a:gd name="p0x6" fmla="*/ 8145 w 8145"/>
                <a:gd name="p0y6" fmla="*/ 3540 h 3675"/>
                <a:gd name="p0x7" fmla="*/ 8010 w 8145"/>
                <a:gd name="p0y7" fmla="*/ 3675 h 3675"/>
                <a:gd name="p0x8" fmla="*/ 7845 w 8145"/>
                <a:gd name="p0y8" fmla="*/ 3675 h 3675"/>
                <a:gd name="p0x9" fmla="*/ 300 w 8145"/>
                <a:gd name="p0y9" fmla="*/ 3675 h 3675"/>
                <a:gd name="p0x10" fmla="*/ 134 w 8145"/>
                <a:gd name="p0y10" fmla="*/ 3675 h 3675"/>
                <a:gd name="p0x11" fmla="*/ 0 w 8145"/>
                <a:gd name="p0y11" fmla="*/ 3540 h 3675"/>
                <a:gd name="p0x12" fmla="*/ 0 w 8145"/>
                <a:gd name="p0y12" fmla="*/ 3375 h 3675"/>
                <a:gd name="p0x13" fmla="*/ 0 w 8145"/>
                <a:gd name="p0y13" fmla="*/ 300 h 3675"/>
                <a:gd name="p0x14" fmla="*/ 0 w 8145"/>
                <a:gd name="p0y14" fmla="*/ 134 h 3675"/>
                <a:gd name="p0x15" fmla="*/ 134 w 8145"/>
                <a:gd name="p0y15" fmla="*/ 0 h 3675"/>
                <a:gd name="p0x16" fmla="*/ 300 w 8145"/>
                <a:gd name="p0y16" fmla="*/ 0 h 3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53347"/>
                <a:lumOff val="46653"/>
              </a:schemeClr>
            </a:solidFill>
            <a:ln w="9525" cmpd="sng">
              <a:solidFill>
                <a:schemeClr val="accent1">
                  <a:lumMod val="20732"/>
                  <a:lumOff val="79268"/>
                </a:schemeClr>
              </a:solidFill>
              <a:prstDash val="solid"/>
            </a:ln>
            <a:effectLst>
              <a:outerShdw blurRad="114300" dist="19050" dir="5399999" algn="ctr" rotWithShape="0">
                <a:srgbClr val="1A547C">
                  <a:alpha val="7843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1395" y="2235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210 w 660"/>
                <a:gd name="p0y0" fmla="*/ 0 h 660"/>
                <a:gd name="p0x1" fmla="*/ 450 w 660"/>
                <a:gd name="p0y1" fmla="*/ 0 h 660"/>
                <a:gd name="p0x2" fmla="*/ 565 w 660"/>
                <a:gd name="p0y2" fmla="*/ 0 h 660"/>
                <a:gd name="p0x3" fmla="*/ 660 w 660"/>
                <a:gd name="p0y3" fmla="*/ 94 h 660"/>
                <a:gd name="p0x4" fmla="*/ 660 w 660"/>
                <a:gd name="p0y4" fmla="*/ 210 h 660"/>
                <a:gd name="p0x5" fmla="*/ 660 w 660"/>
                <a:gd name="p0y5" fmla="*/ 450 h 660"/>
                <a:gd name="p0x6" fmla="*/ 660 w 660"/>
                <a:gd name="p0y6" fmla="*/ 565 h 660"/>
                <a:gd name="p0x7" fmla="*/ 565 w 660"/>
                <a:gd name="p0y7" fmla="*/ 660 h 660"/>
                <a:gd name="p0x8" fmla="*/ 450 w 660"/>
                <a:gd name="p0y8" fmla="*/ 660 h 660"/>
                <a:gd name="p0x9" fmla="*/ 210 w 660"/>
                <a:gd name="p0y9" fmla="*/ 660 h 660"/>
                <a:gd name="p0x10" fmla="*/ 94 w 660"/>
                <a:gd name="p0y10" fmla="*/ 660 h 660"/>
                <a:gd name="p0x11" fmla="*/ 0 w 660"/>
                <a:gd name="p0y11" fmla="*/ 565 h 660"/>
                <a:gd name="p0x12" fmla="*/ 0 w 660"/>
                <a:gd name="p0y12" fmla="*/ 450 h 660"/>
                <a:gd name="p0x13" fmla="*/ 0 w 660"/>
                <a:gd name="p0y13" fmla="*/ 210 h 660"/>
                <a:gd name="p0x14" fmla="*/ 0 w 660"/>
                <a:gd name="p0y14" fmla="*/ 94 h 660"/>
                <a:gd name="p0x15" fmla="*/ 94 w 660"/>
                <a:gd name="p0y15" fmla="*/ 0 h 660"/>
                <a:gd name="p0x16" fmla="*/ 21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15548"/>
                <a:lumOff val="8445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>
              <p:custDataLst>
                <p:tags r:id="rId5"/>
              </p:custDataLst>
            </p:nvPr>
          </p:nvSpPr>
          <p:spPr>
            <a:xfrm>
              <a:off x="1463" y="2329"/>
              <a:ext cx="944" cy="47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2100" b="1">
                  <a:solidFill>
                    <a:schemeClr val="accent1">
                      <a:lumMod val="75824"/>
                    </a:schemeClr>
                  </a:solidFill>
                  <a:cs typeface="+mn-lt"/>
                </a:rPr>
                <a:t>0</a:t>
              </a:r>
              <a:r>
                <a:rPr lang="en-US" sz="2100" b="1">
                  <a:solidFill>
                    <a:schemeClr val="accent1">
                      <a:lumMod val="75824"/>
                    </a:schemeClr>
                  </a:solidFill>
                  <a:cs typeface="+mn-lt"/>
                </a:rPr>
                <a:t>2</a:t>
              </a:r>
              <a:endParaRPr lang="en-US" sz="2100" b="1">
                <a:solidFill>
                  <a:schemeClr val="accent1">
                    <a:lumMod val="75824"/>
                  </a:schemeClr>
                </a:solidFill>
                <a:cs typeface="+mn-lt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6"/>
              </p:custDataLst>
            </p:nvPr>
          </p:nvSpPr>
          <p:spPr>
            <a:xfrm>
              <a:off x="2235" y="2329"/>
              <a:ext cx="2160" cy="47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b="1">
                  <a:solidFill>
                    <a:schemeClr val="tx2"/>
                  </a:solidFill>
                  <a:cs typeface="+mn-lt"/>
                </a:rPr>
                <a:t>信息碎片化</a:t>
              </a:r>
              <a:endParaRPr b="1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7"/>
              </p:custDataLst>
            </p:nvPr>
          </p:nvSpPr>
          <p:spPr>
            <a:xfrm>
              <a:off x="1395" y="3533"/>
              <a:ext cx="7530" cy="17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50000"/>
                </a:lnSpc>
              </a:pPr>
              <a:r>
                <a:rPr lang="zh-CN" altLang="en-US" sz="1500">
                  <a:solidFill>
                    <a:srgbClr val="3D6B7E"/>
                  </a:solidFill>
                  <a:cs typeface="+mn-lt"/>
                </a:rPr>
                <a:t>任务与安排散落在微信群聊或其他地方，各种分散的信息很容易使进展无法沉淀、无法追溯，没有经验的新人进行项目时也更会</a:t>
              </a:r>
              <a:r>
                <a:rPr lang="zh-CN" altLang="en-US" sz="1500">
                  <a:solidFill>
                    <a:srgbClr val="3D6B7E"/>
                  </a:solidFill>
                  <a:cs typeface="+mn-lt"/>
                </a:rPr>
                <a:t>无从下手。</a:t>
              </a:r>
              <a:endParaRPr lang="zh-CN" altLang="en-US" sz="1500">
                <a:solidFill>
                  <a:srgbClr val="3D6B7E"/>
                </a:solidFill>
                <a:cs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210300" y="4023995"/>
            <a:ext cx="5172075" cy="2333625"/>
            <a:chOff x="9873" y="1927"/>
            <a:chExt cx="8145" cy="3675"/>
          </a:xfrm>
        </p:grpSpPr>
        <p:sp>
          <p:nvSpPr>
            <p:cNvPr id="11" name="任意多边形 10"/>
            <p:cNvSpPr/>
            <p:nvPr>
              <p:custDataLst>
                <p:tags r:id="rId8"/>
              </p:custDataLst>
            </p:nvPr>
          </p:nvSpPr>
          <p:spPr>
            <a:xfrm>
              <a:off x="9873" y="1927"/>
              <a:ext cx="8145" cy="3675"/>
            </a:xfrm>
            <a:custGeom>
              <a:avLst/>
              <a:gdLst>
                <a:gd name="sw" fmla="*/ 1 w 8145"/>
                <a:gd name="sh" fmla="*/ 1 h 3675"/>
                <a:gd name="mins" fmla="min sw sh"/>
                <a:gd name="dsw" fmla="+- 0 sw mins"/>
                <a:gd name="dsh" fmla="+- 0 sh mins"/>
                <a:gd name="p0x0" fmla="*/ 300 w 8145"/>
                <a:gd name="p0y0" fmla="*/ 0 h 3675"/>
                <a:gd name="p0x1" fmla="*/ 7845 w 8145"/>
                <a:gd name="p0y1" fmla="*/ 0 h 3675"/>
                <a:gd name="p0x2" fmla="*/ 8010 w 8145"/>
                <a:gd name="p0y2" fmla="*/ 0 h 3675"/>
                <a:gd name="p0x3" fmla="*/ 8145 w 8145"/>
                <a:gd name="p0y3" fmla="*/ 134 h 3675"/>
                <a:gd name="p0x4" fmla="*/ 8145 w 8145"/>
                <a:gd name="p0y4" fmla="*/ 300 h 3675"/>
                <a:gd name="p0x5" fmla="*/ 8145 w 8145"/>
                <a:gd name="p0y5" fmla="*/ 3375 h 3675"/>
                <a:gd name="p0x6" fmla="*/ 8145 w 8145"/>
                <a:gd name="p0y6" fmla="*/ 3540 h 3675"/>
                <a:gd name="p0x7" fmla="*/ 8010 w 8145"/>
                <a:gd name="p0y7" fmla="*/ 3675 h 3675"/>
                <a:gd name="p0x8" fmla="*/ 7845 w 8145"/>
                <a:gd name="p0y8" fmla="*/ 3675 h 3675"/>
                <a:gd name="p0x9" fmla="*/ 300 w 8145"/>
                <a:gd name="p0y9" fmla="*/ 3675 h 3675"/>
                <a:gd name="p0x10" fmla="*/ 134 w 8145"/>
                <a:gd name="p0y10" fmla="*/ 3675 h 3675"/>
                <a:gd name="p0x11" fmla="*/ 0 w 8145"/>
                <a:gd name="p0y11" fmla="*/ 3540 h 3675"/>
                <a:gd name="p0x12" fmla="*/ 0 w 8145"/>
                <a:gd name="p0y12" fmla="*/ 3375 h 3675"/>
                <a:gd name="p0x13" fmla="*/ 0 w 8145"/>
                <a:gd name="p0y13" fmla="*/ 300 h 3675"/>
                <a:gd name="p0x14" fmla="*/ 0 w 8145"/>
                <a:gd name="p0y14" fmla="*/ 134 h 3675"/>
                <a:gd name="p0x15" fmla="*/ 134 w 8145"/>
                <a:gd name="p0y15" fmla="*/ 0 h 3675"/>
                <a:gd name="p0x16" fmla="*/ 300 w 8145"/>
                <a:gd name="p0y16" fmla="*/ 0 h 3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53347"/>
                <a:lumOff val="46653"/>
              </a:schemeClr>
            </a:solidFill>
            <a:ln w="9525" cmpd="sng">
              <a:solidFill>
                <a:schemeClr val="accent1">
                  <a:lumMod val="20732"/>
                  <a:lumOff val="79268"/>
                </a:schemeClr>
              </a:solidFill>
              <a:prstDash val="solid"/>
            </a:ln>
            <a:effectLst>
              <a:outerShdw blurRad="114300" dist="19050" dir="5399999" algn="ctr" rotWithShape="0">
                <a:srgbClr val="1A547C">
                  <a:alpha val="7843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10275" y="2235"/>
              <a:ext cx="7530" cy="3034"/>
              <a:chOff x="10275" y="2235"/>
              <a:chExt cx="7530" cy="3034"/>
            </a:xfrm>
          </p:grpSpPr>
          <p:sp>
            <p:nvSpPr>
              <p:cNvPr id="12" name="任意多边形 11"/>
              <p:cNvSpPr/>
              <p:nvPr>
                <p:custDataLst>
                  <p:tags r:id="rId9"/>
                </p:custDataLst>
              </p:nvPr>
            </p:nvSpPr>
            <p:spPr>
              <a:xfrm>
                <a:off x="10275" y="2235"/>
                <a:ext cx="660" cy="660"/>
              </a:xfrm>
              <a:custGeom>
                <a:avLst/>
                <a:gdLst>
                  <a:gd name="sw" fmla="*/ 1 w 660"/>
                  <a:gd name="sh" fmla="*/ 1 h 660"/>
                  <a:gd name="mins" fmla="min sw sh"/>
                  <a:gd name="dsw" fmla="+- 0 sw mins"/>
                  <a:gd name="dsh" fmla="+- 0 sh mins"/>
                  <a:gd name="p0x0" fmla="*/ 210 w 660"/>
                  <a:gd name="p0y0" fmla="*/ 0 h 660"/>
                  <a:gd name="p0x1" fmla="*/ 450 w 660"/>
                  <a:gd name="p0y1" fmla="*/ 0 h 660"/>
                  <a:gd name="p0x2" fmla="*/ 565 w 660"/>
                  <a:gd name="p0y2" fmla="*/ 0 h 660"/>
                  <a:gd name="p0x3" fmla="*/ 660 w 660"/>
                  <a:gd name="p0y3" fmla="*/ 94 h 660"/>
                  <a:gd name="p0x4" fmla="*/ 660 w 660"/>
                  <a:gd name="p0y4" fmla="*/ 210 h 660"/>
                  <a:gd name="p0x5" fmla="*/ 660 w 660"/>
                  <a:gd name="p0y5" fmla="*/ 450 h 660"/>
                  <a:gd name="p0x6" fmla="*/ 660 w 660"/>
                  <a:gd name="p0y6" fmla="*/ 565 h 660"/>
                  <a:gd name="p0x7" fmla="*/ 565 w 660"/>
                  <a:gd name="p0y7" fmla="*/ 660 h 660"/>
                  <a:gd name="p0x8" fmla="*/ 450 w 660"/>
                  <a:gd name="p0y8" fmla="*/ 660 h 660"/>
                  <a:gd name="p0x9" fmla="*/ 210 w 660"/>
                  <a:gd name="p0y9" fmla="*/ 660 h 660"/>
                  <a:gd name="p0x10" fmla="*/ 94 w 660"/>
                  <a:gd name="p0y10" fmla="*/ 660 h 660"/>
                  <a:gd name="p0x11" fmla="*/ 0 w 660"/>
                  <a:gd name="p0y11" fmla="*/ 565 h 660"/>
                  <a:gd name="p0x12" fmla="*/ 0 w 660"/>
                  <a:gd name="p0y12" fmla="*/ 450 h 660"/>
                  <a:gd name="p0x13" fmla="*/ 0 w 660"/>
                  <a:gd name="p0y13" fmla="*/ 210 h 660"/>
                  <a:gd name="p0x14" fmla="*/ 0 w 660"/>
                  <a:gd name="p0y14" fmla="*/ 94 h 660"/>
                  <a:gd name="p0x15" fmla="*/ 94 w 660"/>
                  <a:gd name="p0y15" fmla="*/ 0 h 660"/>
                  <a:gd name="p0x16" fmla="*/ 210 w 660"/>
                  <a:gd name="p0y16" fmla="*/ 0 h 660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accent1">
                  <a:lumMod val="15548"/>
                  <a:lumOff val="84452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0343" y="2329"/>
                <a:ext cx="944" cy="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p>
                <a:pPr algn="l">
                  <a:lnSpc>
                    <a:spcPct val="83000"/>
                  </a:lnSpc>
                </a:pPr>
                <a:r>
                  <a:rPr sz="2100" b="1">
                    <a:solidFill>
                      <a:schemeClr val="accent1">
                        <a:lumMod val="75824"/>
                      </a:schemeClr>
                    </a:solidFill>
                    <a:cs typeface="+mn-lt"/>
                  </a:rPr>
                  <a:t>0</a:t>
                </a:r>
                <a:r>
                  <a:rPr lang="en-US" sz="2100" b="1">
                    <a:solidFill>
                      <a:schemeClr val="accent1">
                        <a:lumMod val="75824"/>
                      </a:schemeClr>
                    </a:solidFill>
                    <a:cs typeface="+mn-lt"/>
                  </a:rPr>
                  <a:t>4</a:t>
                </a:r>
                <a:endParaRPr lang="en-US" sz="2100" b="1">
                  <a:solidFill>
                    <a:schemeClr val="accent1">
                      <a:lumMod val="75824"/>
                    </a:schemeClr>
                  </a:solidFill>
                  <a:cs typeface="+mn-lt"/>
                </a:endParaRPr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1115" y="2329"/>
                <a:ext cx="2520" cy="4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p>
                <a:pPr algn="l"/>
                <a:r>
                  <a:rPr b="1">
                    <a:solidFill>
                      <a:schemeClr val="tx2"/>
                    </a:solidFill>
                    <a:cs typeface="+mn-lt"/>
                  </a:rPr>
                  <a:t>资源登记混乱</a:t>
                </a:r>
                <a:endParaRPr b="1">
                  <a:solidFill>
                    <a:schemeClr val="tx2"/>
                  </a:solidFill>
                  <a:cs typeface="+mn-lt"/>
                </a:endParaRPr>
              </a:p>
            </p:txBody>
          </p:sp>
          <p:sp>
            <p:nvSpPr>
              <p:cNvPr id="15" name="文本框 14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0275" y="3533"/>
                <a:ext cx="7530" cy="173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p>
                <a:pPr algn="l">
                  <a:lnSpc>
                    <a:spcPct val="150000"/>
                  </a:lnSpc>
                </a:pPr>
                <a:r>
                  <a:rPr lang="en-US" sz="1500">
                    <a:solidFill>
                      <a:srgbClr val="3D6B7E"/>
                    </a:solidFill>
                    <a:cs typeface="+mn-lt"/>
                  </a:rPr>
                  <a:t>GPU</a:t>
                </a:r>
                <a:r>
                  <a:rPr lang="zh-CN" sz="1500">
                    <a:solidFill>
                      <a:srgbClr val="3D6B7E"/>
                    </a:solidFill>
                    <a:cs typeface="+mn-lt"/>
                  </a:rPr>
                  <a:t>、服务器等共享资源太少，有人占用时其他人无法使用，且对于这种情况的通知比较麻烦。成员利用情况更是无法统计，也</a:t>
                </a:r>
                <a:r>
                  <a:rPr lang="zh-CN" sz="1500">
                    <a:solidFill>
                      <a:srgbClr val="3D6B7E"/>
                    </a:solidFill>
                    <a:cs typeface="+mn-lt"/>
                  </a:rPr>
                  <a:t>难以公平分配。</a:t>
                </a:r>
                <a:endParaRPr lang="zh-CN" sz="1500">
                  <a:solidFill>
                    <a:srgbClr val="3D6B7E"/>
                  </a:solidFill>
                  <a:cs typeface="+mn-lt"/>
                </a:endParaRPr>
              </a:p>
            </p:txBody>
          </p:sp>
        </p:grpSp>
      </p:grpSp>
      <p:sp>
        <p:nvSpPr>
          <p:cNvPr id="16" name="矩形 15"/>
          <p:cNvSpPr/>
          <p:nvPr>
            <p:custDataLst>
              <p:tags r:id="rId13"/>
            </p:custDataLst>
          </p:nvPr>
        </p:nvSpPr>
        <p:spPr>
          <a:xfrm>
            <a:off x="571500" y="3905250"/>
            <a:ext cx="5410200" cy="25717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690245" y="4023995"/>
            <a:ext cx="5172075" cy="2333625"/>
          </a:xfrm>
          <a:custGeom>
            <a:avLst/>
            <a:gdLst>
              <a:gd name="sw" fmla="*/ 1 w 8145"/>
              <a:gd name="sh" fmla="*/ 1 h 3675"/>
              <a:gd name="mins" fmla="min sw sh"/>
              <a:gd name="dsw" fmla="+- 0 sw mins"/>
              <a:gd name="dsh" fmla="+- 0 sh mins"/>
              <a:gd name="p0x0" fmla="*/ 300 w 8145"/>
              <a:gd name="p0y0" fmla="*/ 0 h 3675"/>
              <a:gd name="p0x1" fmla="*/ 7845 w 8145"/>
              <a:gd name="p0y1" fmla="*/ 0 h 3675"/>
              <a:gd name="p0x2" fmla="*/ 8010 w 8145"/>
              <a:gd name="p0y2" fmla="*/ 0 h 3675"/>
              <a:gd name="p0x3" fmla="*/ 8145 w 8145"/>
              <a:gd name="p0y3" fmla="*/ 134 h 3675"/>
              <a:gd name="p0x4" fmla="*/ 8145 w 8145"/>
              <a:gd name="p0y4" fmla="*/ 300 h 3675"/>
              <a:gd name="p0x5" fmla="*/ 8145 w 8145"/>
              <a:gd name="p0y5" fmla="*/ 3375 h 3675"/>
              <a:gd name="p0x6" fmla="*/ 8145 w 8145"/>
              <a:gd name="p0y6" fmla="*/ 3540 h 3675"/>
              <a:gd name="p0x7" fmla="*/ 8010 w 8145"/>
              <a:gd name="p0y7" fmla="*/ 3675 h 3675"/>
              <a:gd name="p0x8" fmla="*/ 7845 w 8145"/>
              <a:gd name="p0y8" fmla="*/ 3675 h 3675"/>
              <a:gd name="p0x9" fmla="*/ 300 w 8145"/>
              <a:gd name="p0y9" fmla="*/ 3675 h 3675"/>
              <a:gd name="p0x10" fmla="*/ 134 w 8145"/>
              <a:gd name="p0y10" fmla="*/ 3675 h 3675"/>
              <a:gd name="p0x11" fmla="*/ 0 w 8145"/>
              <a:gd name="p0y11" fmla="*/ 3540 h 3675"/>
              <a:gd name="p0x12" fmla="*/ 0 w 8145"/>
              <a:gd name="p0y12" fmla="*/ 3375 h 3675"/>
              <a:gd name="p0x13" fmla="*/ 0 w 8145"/>
              <a:gd name="p0y13" fmla="*/ 300 h 3675"/>
              <a:gd name="p0x14" fmla="*/ 0 w 8145"/>
              <a:gd name="p0y14" fmla="*/ 134 h 3675"/>
              <a:gd name="p0x15" fmla="*/ 134 w 8145"/>
              <a:gd name="p0y15" fmla="*/ 0 h 3675"/>
              <a:gd name="p0x16" fmla="*/ 300 w 8145"/>
              <a:gd name="p0y16" fmla="*/ 0 h 36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20732"/>
                <a:lumOff val="79268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885825" y="4219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928907" y="4279583"/>
            <a:ext cx="599551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chemeClr val="accent1">
                    <a:lumMod val="75824"/>
                  </a:schemeClr>
                </a:solidFill>
                <a:cs typeface="+mn-lt"/>
              </a:rPr>
              <a:t>03</a:t>
            </a:r>
            <a:endParaRPr sz="2100" b="1">
              <a:solidFill>
                <a:schemeClr val="accent1">
                  <a:lumMod val="75824"/>
                </a:schemeClr>
              </a:solidFill>
              <a:cs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419225" y="4279106"/>
            <a:ext cx="13716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chemeClr val="tx2"/>
                </a:solidFill>
                <a:cs typeface="+mn-lt"/>
              </a:rPr>
              <a:t>进度不透明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885825" y="5043805"/>
            <a:ext cx="4781550" cy="1035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sz="1500">
                <a:solidFill>
                  <a:srgbClr val="3D6B7E"/>
                </a:solidFill>
                <a:cs typeface="+mn-lt"/>
              </a:rPr>
              <a:t>项目管理员必须通过召集组员等较为麻烦的手段</a:t>
            </a:r>
            <a:r>
              <a:rPr sz="1500">
                <a:solidFill>
                  <a:srgbClr val="3D6B7E"/>
                </a:solidFill>
                <a:cs typeface="+mn-lt"/>
              </a:rPr>
              <a:t>才能了解每个</a:t>
            </a:r>
            <a:r>
              <a:rPr lang="zh-CN" sz="1500">
                <a:solidFill>
                  <a:srgbClr val="3D6B7E"/>
                </a:solidFill>
                <a:cs typeface="+mn-lt"/>
              </a:rPr>
              <a:t>组员</a:t>
            </a:r>
            <a:r>
              <a:rPr sz="1500">
                <a:solidFill>
                  <a:srgbClr val="3D6B7E"/>
                </a:solidFill>
                <a:cs typeface="+mn-lt"/>
              </a:rPr>
              <a:t>的进展，风险后知后觉，</a:t>
            </a:r>
            <a:r>
              <a:rPr lang="zh-CN" sz="1500">
                <a:solidFill>
                  <a:srgbClr val="3D6B7E"/>
                </a:solidFill>
                <a:cs typeface="+mn-lt"/>
              </a:rPr>
              <a:t>更有甚者可能进度远远落后总体水平，拖慢了小组的进度节奏</a:t>
            </a:r>
            <a:r>
              <a:rPr sz="1500">
                <a:solidFill>
                  <a:srgbClr val="3D6B7E"/>
                </a:solidFill>
                <a:cs typeface="+mn-lt"/>
              </a:rPr>
              <a:t>。</a:t>
            </a:r>
            <a:endParaRPr sz="1500">
              <a:solidFill>
                <a:srgbClr val="3D6B7E"/>
              </a:solidFill>
              <a:cs typeface="+mn-lt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571500" y="1174115"/>
            <a:ext cx="5410200" cy="2571750"/>
            <a:chOff x="9780" y="6150"/>
            <a:chExt cx="8520" cy="4050"/>
          </a:xfrm>
        </p:grpSpPr>
        <p:sp>
          <p:nvSpPr>
            <p:cNvPr id="22" name="矩形 21"/>
            <p:cNvSpPr/>
            <p:nvPr>
              <p:custDataLst>
                <p:tags r:id="rId19"/>
              </p:custDataLst>
            </p:nvPr>
          </p:nvSpPr>
          <p:spPr>
            <a:xfrm>
              <a:off x="9780" y="6150"/>
              <a:ext cx="8520" cy="405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0"/>
              </p:custDataLst>
            </p:nvPr>
          </p:nvSpPr>
          <p:spPr>
            <a:xfrm>
              <a:off x="9967" y="6337"/>
              <a:ext cx="8145" cy="3675"/>
            </a:xfrm>
            <a:custGeom>
              <a:avLst/>
              <a:gdLst>
                <a:gd name="sw" fmla="*/ 1 w 8145"/>
                <a:gd name="sh" fmla="*/ 1 h 3675"/>
                <a:gd name="mins" fmla="min sw sh"/>
                <a:gd name="dsw" fmla="+- 0 sw mins"/>
                <a:gd name="dsh" fmla="+- 0 sh mins"/>
                <a:gd name="p0x0" fmla="*/ 300 w 8145"/>
                <a:gd name="p0y0" fmla="*/ 0 h 3675"/>
                <a:gd name="p0x1" fmla="*/ 7845 w 8145"/>
                <a:gd name="p0y1" fmla="*/ 0 h 3675"/>
                <a:gd name="p0x2" fmla="*/ 8010 w 8145"/>
                <a:gd name="p0y2" fmla="*/ 0 h 3675"/>
                <a:gd name="p0x3" fmla="*/ 8145 w 8145"/>
                <a:gd name="p0y3" fmla="*/ 134 h 3675"/>
                <a:gd name="p0x4" fmla="*/ 8145 w 8145"/>
                <a:gd name="p0y4" fmla="*/ 300 h 3675"/>
                <a:gd name="p0x5" fmla="*/ 8145 w 8145"/>
                <a:gd name="p0y5" fmla="*/ 3375 h 3675"/>
                <a:gd name="p0x6" fmla="*/ 8145 w 8145"/>
                <a:gd name="p0y6" fmla="*/ 3540 h 3675"/>
                <a:gd name="p0x7" fmla="*/ 8010 w 8145"/>
                <a:gd name="p0y7" fmla="*/ 3675 h 3675"/>
                <a:gd name="p0x8" fmla="*/ 7845 w 8145"/>
                <a:gd name="p0y8" fmla="*/ 3675 h 3675"/>
                <a:gd name="p0x9" fmla="*/ 300 w 8145"/>
                <a:gd name="p0y9" fmla="*/ 3675 h 3675"/>
                <a:gd name="p0x10" fmla="*/ 134 w 8145"/>
                <a:gd name="p0y10" fmla="*/ 3675 h 3675"/>
                <a:gd name="p0x11" fmla="*/ 0 w 8145"/>
                <a:gd name="p0y11" fmla="*/ 3540 h 3675"/>
                <a:gd name="p0x12" fmla="*/ 0 w 8145"/>
                <a:gd name="p0y12" fmla="*/ 3375 h 3675"/>
                <a:gd name="p0x13" fmla="*/ 0 w 8145"/>
                <a:gd name="p0y13" fmla="*/ 300 h 3675"/>
                <a:gd name="p0x14" fmla="*/ 0 w 8145"/>
                <a:gd name="p0y14" fmla="*/ 134 h 3675"/>
                <a:gd name="p0x15" fmla="*/ 134 w 8145"/>
                <a:gd name="p0y15" fmla="*/ 0 h 3675"/>
                <a:gd name="p0x16" fmla="*/ 300 w 8145"/>
                <a:gd name="p0y16" fmla="*/ 0 h 3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53347"/>
                <a:lumOff val="46653"/>
              </a:schemeClr>
            </a:solidFill>
            <a:ln w="9525" cmpd="sng">
              <a:solidFill>
                <a:schemeClr val="accent1">
                  <a:lumMod val="20732"/>
                  <a:lumOff val="79268"/>
                </a:schemeClr>
              </a:solidFill>
              <a:prstDash val="solid"/>
            </a:ln>
            <a:effectLst>
              <a:outerShdw blurRad="114300" dist="19050" dir="5399999" algn="ctr" rotWithShape="0">
                <a:srgbClr val="1A547C">
                  <a:alpha val="7843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1"/>
              </p:custDataLst>
            </p:nvPr>
          </p:nvSpPr>
          <p:spPr>
            <a:xfrm>
              <a:off x="10275" y="6645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210 w 660"/>
                <a:gd name="p0y0" fmla="*/ 0 h 660"/>
                <a:gd name="p0x1" fmla="*/ 450 w 660"/>
                <a:gd name="p0y1" fmla="*/ 0 h 660"/>
                <a:gd name="p0x2" fmla="*/ 565 w 660"/>
                <a:gd name="p0y2" fmla="*/ 0 h 660"/>
                <a:gd name="p0x3" fmla="*/ 660 w 660"/>
                <a:gd name="p0y3" fmla="*/ 94 h 660"/>
                <a:gd name="p0x4" fmla="*/ 660 w 660"/>
                <a:gd name="p0y4" fmla="*/ 210 h 660"/>
                <a:gd name="p0x5" fmla="*/ 660 w 660"/>
                <a:gd name="p0y5" fmla="*/ 450 h 660"/>
                <a:gd name="p0x6" fmla="*/ 660 w 660"/>
                <a:gd name="p0y6" fmla="*/ 565 h 660"/>
                <a:gd name="p0x7" fmla="*/ 565 w 660"/>
                <a:gd name="p0y7" fmla="*/ 660 h 660"/>
                <a:gd name="p0x8" fmla="*/ 450 w 660"/>
                <a:gd name="p0y8" fmla="*/ 660 h 660"/>
                <a:gd name="p0x9" fmla="*/ 210 w 660"/>
                <a:gd name="p0y9" fmla="*/ 660 h 660"/>
                <a:gd name="p0x10" fmla="*/ 94 w 660"/>
                <a:gd name="p0y10" fmla="*/ 660 h 660"/>
                <a:gd name="p0x11" fmla="*/ 0 w 660"/>
                <a:gd name="p0y11" fmla="*/ 565 h 660"/>
                <a:gd name="p0x12" fmla="*/ 0 w 660"/>
                <a:gd name="p0y12" fmla="*/ 450 h 660"/>
                <a:gd name="p0x13" fmla="*/ 0 w 660"/>
                <a:gd name="p0y13" fmla="*/ 210 h 660"/>
                <a:gd name="p0x14" fmla="*/ 0 w 660"/>
                <a:gd name="p0y14" fmla="*/ 94 h 660"/>
                <a:gd name="p0x15" fmla="*/ 94 w 660"/>
                <a:gd name="p0y15" fmla="*/ 0 h 660"/>
                <a:gd name="p0x16" fmla="*/ 21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15548"/>
                <a:lumOff val="8445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>
              <p:custDataLst>
                <p:tags r:id="rId22"/>
              </p:custDataLst>
            </p:nvPr>
          </p:nvSpPr>
          <p:spPr>
            <a:xfrm>
              <a:off x="10343" y="6740"/>
              <a:ext cx="944" cy="47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2100" b="1">
                  <a:solidFill>
                    <a:schemeClr val="accent1">
                      <a:lumMod val="75824"/>
                    </a:schemeClr>
                  </a:solidFill>
                  <a:cs typeface="+mn-lt"/>
                </a:rPr>
                <a:t>0</a:t>
              </a:r>
              <a:r>
                <a:rPr lang="en-US" sz="2100" b="1">
                  <a:solidFill>
                    <a:schemeClr val="accent1">
                      <a:lumMod val="75824"/>
                    </a:schemeClr>
                  </a:solidFill>
                  <a:cs typeface="+mn-lt"/>
                </a:rPr>
                <a:t>1</a:t>
              </a:r>
              <a:endParaRPr lang="en-US" sz="2100" b="1">
                <a:solidFill>
                  <a:schemeClr val="accent1">
                    <a:lumMod val="75824"/>
                  </a:schemeClr>
                </a:solidFill>
                <a:cs typeface="+mn-lt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23"/>
              </p:custDataLst>
            </p:nvPr>
          </p:nvSpPr>
          <p:spPr>
            <a:xfrm>
              <a:off x="11115" y="6739"/>
              <a:ext cx="2880" cy="47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b="1">
                  <a:solidFill>
                    <a:schemeClr val="tx2"/>
                  </a:solidFill>
                  <a:cs typeface="+mn-lt"/>
                </a:rPr>
                <a:t>通用工具不适配</a:t>
              </a:r>
              <a:endParaRPr b="1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24"/>
              </p:custDataLst>
            </p:nvPr>
          </p:nvSpPr>
          <p:spPr>
            <a:xfrm>
              <a:off x="10275" y="7943"/>
              <a:ext cx="7530" cy="173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50000"/>
                </a:lnSpc>
              </a:pPr>
              <a:r>
                <a:rPr lang="zh-CN" altLang="en-US" sz="1500">
                  <a:solidFill>
                    <a:srgbClr val="3D6B7E"/>
                  </a:solidFill>
                  <a:cs typeface="+mn-lt"/>
                </a:rPr>
                <a:t>飞书、钉钉等</a:t>
              </a:r>
              <a:r>
                <a:rPr lang="en-US" sz="1500">
                  <a:solidFill>
                    <a:srgbClr val="3D6B7E"/>
                  </a:solidFill>
                  <a:cs typeface="+mn-lt"/>
                </a:rPr>
                <a:t>SaaS </a:t>
              </a:r>
              <a:r>
                <a:rPr lang="zh-CN" sz="1500">
                  <a:solidFill>
                    <a:srgbClr val="3D6B7E"/>
                  </a:solidFill>
                  <a:cs typeface="+mn-lt"/>
                </a:rPr>
                <a:t>工具专门为企业研发设计，对于在校学生而言不够轻量化，使用学习门槛较</a:t>
              </a:r>
              <a:r>
                <a:rPr lang="zh-CN" sz="1500">
                  <a:solidFill>
                    <a:srgbClr val="3D6B7E"/>
                  </a:solidFill>
                  <a:cs typeface="+mn-lt"/>
                </a:rPr>
                <a:t>高。</a:t>
              </a:r>
              <a:endParaRPr lang="zh-CN" sz="1500">
                <a:solidFill>
                  <a:srgbClr val="3D6B7E"/>
                </a:solidFill>
                <a:cs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41605" y="139065"/>
            <a:ext cx="3109595" cy="654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400" b="1">
                <a:solidFill>
                  <a:schemeClr val="tx2">
                    <a:lumMod val="50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谋定而后动</a:t>
            </a:r>
            <a:endParaRPr lang="zh-CN" altLang="en-US" sz="4400" b="1">
              <a:solidFill>
                <a:schemeClr val="tx2">
                  <a:lumMod val="50000"/>
                </a:schemeClr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771265" y="499745"/>
            <a:ext cx="4350385" cy="5003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调研同类优秀产品后的总结</a:t>
            </a:r>
            <a:endParaRPr lang="zh-CN" sz="2400" b="1">
              <a:solidFill>
                <a:srgbClr val="1A4A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2" name="任意多边形 11"/>
          <p:cNvSpPr/>
          <p:nvPr>
            <p:custDataLst>
              <p:tags r:id="rId2"/>
            </p:custDataLst>
          </p:nvPr>
        </p:nvSpPr>
        <p:spPr>
          <a:xfrm>
            <a:off x="571500" y="639318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D6B7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85800" y="6321190"/>
            <a:ext cx="7490889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 spc="21">
                <a:solidFill>
                  <a:srgbClr val="5E8CA0"/>
                </a:solidFill>
                <a:cs typeface="+mn-lt"/>
              </a:rPr>
              <a:t>*</a:t>
            </a:r>
            <a:r>
              <a:rPr lang="zh-CN" altLang="en-US" sz="1050" spc="21">
                <a:solidFill>
                  <a:srgbClr val="5E8CA0"/>
                </a:solidFill>
                <a:cs typeface="+mn-lt"/>
              </a:rPr>
              <a:t>注：竞品信息来源于各官网及公开报道，对比聚焦与本课题场景相关的维度</a:t>
            </a:r>
            <a:r>
              <a:rPr lang="en-US" altLang="zh-CN" sz="1050" spc="21">
                <a:solidFill>
                  <a:srgbClr val="5E8CA0"/>
                </a:solidFill>
                <a:cs typeface="+mn-lt"/>
              </a:rPr>
              <a:t>*</a:t>
            </a:r>
            <a:endParaRPr lang="en-US" altLang="zh-CN" sz="1050" spc="21">
              <a:solidFill>
                <a:srgbClr val="5E8CA0"/>
              </a:solidFill>
              <a:cs typeface="+mn-lt"/>
            </a:endParaRPr>
          </a:p>
        </p:txBody>
      </p:sp>
      <p:sp>
        <p:nvSpPr>
          <p:cNvPr id="4" name="任意多边形 3"/>
          <p:cNvSpPr/>
          <p:nvPr>
            <p:custDataLst>
              <p:tags r:id="rId4"/>
            </p:custDataLst>
          </p:nvPr>
        </p:nvSpPr>
        <p:spPr>
          <a:xfrm>
            <a:off x="499745" y="975995"/>
            <a:ext cx="11191875" cy="3457575"/>
          </a:xfrm>
          <a:custGeom>
            <a:avLst/>
            <a:gdLst>
              <a:gd name="sw" fmla="*/ 1 w 17625"/>
              <a:gd name="sh" fmla="*/ 1 h 5444"/>
              <a:gd name="mins" fmla="min sw sh"/>
              <a:gd name="dsw" fmla="+- 0 sw mins"/>
              <a:gd name="dsh" fmla="+- 0 sh mins"/>
              <a:gd name="p0x0" fmla="*/ 300 w 17625"/>
              <a:gd name="p0y0" fmla="*/ 0 h 5444"/>
              <a:gd name="p0x1" fmla="*/ 17325 w 17625"/>
              <a:gd name="p0y1" fmla="*/ 0 h 5444"/>
              <a:gd name="p0x2" fmla="*/ 17490 w 17625"/>
              <a:gd name="p0y2" fmla="*/ 0 h 5444"/>
              <a:gd name="p0x3" fmla="*/ 17625 w 17625"/>
              <a:gd name="p0y3" fmla="*/ 134 h 5444"/>
              <a:gd name="p0x4" fmla="*/ 17625 w 17625"/>
              <a:gd name="p0y4" fmla="*/ 300 h 5444"/>
              <a:gd name="p0x5" fmla="*/ 17625 w 17625"/>
              <a:gd name="p0y5" fmla="*/ 5144 h 5444"/>
              <a:gd name="p0x6" fmla="*/ 17625 w 17625"/>
              <a:gd name="p0y6" fmla="*/ 5310 h 5444"/>
              <a:gd name="p0x7" fmla="*/ 17490 w 17625"/>
              <a:gd name="p0y7" fmla="*/ 5444 h 5444"/>
              <a:gd name="p0x8" fmla="*/ 17325 w 17625"/>
              <a:gd name="p0y8" fmla="*/ 5444 h 5444"/>
              <a:gd name="p0x9" fmla="*/ 300 w 17625"/>
              <a:gd name="p0y9" fmla="*/ 5444 h 5444"/>
              <a:gd name="p0x10" fmla="*/ 134 w 17625"/>
              <a:gd name="p0y10" fmla="*/ 5444 h 5444"/>
              <a:gd name="p0x11" fmla="*/ 0 w 17625"/>
              <a:gd name="p0y11" fmla="*/ 5310 h 5444"/>
              <a:gd name="p0x12" fmla="*/ 0 w 17625"/>
              <a:gd name="p0y12" fmla="*/ 5144 h 5444"/>
              <a:gd name="p0x13" fmla="*/ 0 w 17625"/>
              <a:gd name="p0y13" fmla="*/ 300 h 5444"/>
              <a:gd name="p0x14" fmla="*/ 0 w 17625"/>
              <a:gd name="p0y14" fmla="*/ 134 h 5444"/>
              <a:gd name="p0x15" fmla="*/ 134 w 17625"/>
              <a:gd name="p0y15" fmla="*/ 0 h 5444"/>
              <a:gd name="p0x16" fmla="*/ 300 w 17625"/>
              <a:gd name="p0y16" fmla="*/ 0 h 544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5"/>
            </p:custDataLst>
          </p:nvPr>
        </p:nvGraphicFramePr>
        <p:xfrm>
          <a:off x="704850" y="1181100"/>
          <a:ext cx="10791825" cy="3057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515"/>
                <a:gridCol w="2066925"/>
                <a:gridCol w="1852930"/>
                <a:gridCol w="2248535"/>
                <a:gridCol w="2661916"/>
              </a:tblGrid>
              <a:tr h="489569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chemeClr val="accent1">
                              <a:lumMod val="0"/>
                              <a:lumOff val="100000"/>
                            </a:schemeClr>
                          </a:solidFill>
                          <a:cs typeface="+mn-lt"/>
                        </a:rPr>
                        <a:t>产品</a:t>
                      </a:r>
                      <a:endParaRPr sz="1800" b="1">
                        <a:solidFill>
                          <a:schemeClr val="accent1">
                            <a:lumMod val="0"/>
                            <a:lumOff val="100000"/>
                          </a:schemeClr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chemeClr val="tx2">
                              <a:lumMod val="0"/>
                              <a:lumOff val="100000"/>
                            </a:schemeClr>
                          </a:solidFill>
                          <a:cs typeface="+mn-lt"/>
                        </a:rPr>
                        <a:t>定位</a:t>
                      </a:r>
                      <a:endParaRPr sz="1800" b="1">
                        <a:solidFill>
                          <a:schemeClr val="tx2">
                            <a:lumMod val="0"/>
                            <a:lumOff val="100000"/>
                          </a:schemeClr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chemeClr val="tx2">
                              <a:lumMod val="0"/>
                              <a:lumOff val="100000"/>
                            </a:schemeClr>
                          </a:solidFill>
                          <a:cs typeface="+mn-lt"/>
                        </a:rPr>
                        <a:t>部署与数据</a:t>
                      </a:r>
                      <a:endParaRPr sz="1800" b="1">
                        <a:solidFill>
                          <a:schemeClr val="tx2">
                            <a:lumMod val="0"/>
                            <a:lumOff val="100000"/>
                          </a:schemeClr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800" b="1">
                          <a:solidFill>
                            <a:schemeClr val="tx2">
                              <a:lumMod val="0"/>
                              <a:lumOff val="100000"/>
                            </a:schemeClr>
                          </a:solidFill>
                          <a:cs typeface="+mn-lt"/>
                        </a:rPr>
                        <a:t>Agent / AI </a:t>
                      </a:r>
                      <a:r>
                        <a:rPr lang="zh-CN" sz="1800" b="1">
                          <a:solidFill>
                            <a:schemeClr val="tx2">
                              <a:lumMod val="0"/>
                              <a:lumOff val="100000"/>
                            </a:schemeClr>
                          </a:solidFill>
                          <a:cs typeface="+mn-lt"/>
                        </a:rPr>
                        <a:t>集成</a:t>
                      </a:r>
                      <a:endParaRPr lang="zh-CN" sz="1800" b="1">
                        <a:solidFill>
                          <a:schemeClr val="tx2">
                            <a:lumMod val="0"/>
                            <a:lumOff val="100000"/>
                          </a:schemeClr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cs typeface="+mn-lt"/>
                        </a:rPr>
                        <a:t>成本</a:t>
                      </a:r>
                      <a:endParaRPr sz="1800" b="1">
                        <a:solidFill>
                          <a:schemeClr val="tx2">
                            <a:lumMod val="0"/>
                            <a:lumOff val="100000"/>
                          </a:schemeClr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55910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tx2"/>
                          </a:solidFill>
                          <a:cs typeface="+mn-lt"/>
                        </a:rPr>
                        <a:t>Teambition</a:t>
                      </a:r>
                      <a:endParaRPr sz="15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阿里旗下通用团队协作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chemeClr val="tx2"/>
                          </a:solidFill>
                          <a:cs typeface="+mn-lt"/>
                        </a:rPr>
                        <a:t>SaaS </a:t>
                      </a:r>
                      <a:r>
                        <a:rPr lang="zh-CN" sz="1500" b="0">
                          <a:solidFill>
                            <a:schemeClr val="tx2"/>
                          </a:solidFill>
                          <a:cs typeface="+mn-lt"/>
                        </a:rPr>
                        <a:t>为主，私有部署需单独洽谈</a:t>
                      </a:r>
                      <a:endParaRPr lang="zh-CN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平台内置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AI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能力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altLang="zh-CN" sz="1500" b="1">
                          <a:solidFill>
                            <a:schemeClr val="tx2"/>
                          </a:solidFill>
                          <a:cs typeface="+mn-lt"/>
                        </a:rPr>
                        <a:t>10 </a:t>
                      </a:r>
                      <a:r>
                        <a:rPr lang="zh-CN" altLang="zh-CN" sz="1500" b="1">
                          <a:solidFill>
                            <a:schemeClr val="tx2"/>
                          </a:solidFill>
                          <a:cs typeface="+mn-lt"/>
                        </a:rPr>
                        <a:t>人以下免费，企业版收费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855910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tx2"/>
                          </a:solidFill>
                          <a:cs typeface="+mn-lt"/>
                        </a:rPr>
                        <a:t>飞书项目</a:t>
                      </a:r>
                      <a:endParaRPr sz="15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企业研发项目管理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chemeClr val="tx2"/>
                          </a:solidFill>
                          <a:cs typeface="+mn-lt"/>
                        </a:rPr>
                        <a:t>SaaS</a:t>
                      </a:r>
                      <a:r>
                        <a:rPr lang="zh-CN" sz="1500" b="0">
                          <a:solidFill>
                            <a:schemeClr val="tx2"/>
                          </a:solidFill>
                          <a:cs typeface="+mn-lt"/>
                        </a:rPr>
                        <a:t>，绑定飞书生态</a:t>
                      </a:r>
                      <a:endParaRPr lang="zh-CN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原生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AI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助手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  </a:t>
                      </a:r>
                      <a:endParaRPr lang="en-US" altLang="zh-CN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  <a:p>
                      <a:pPr algn="ctr"/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+</a:t>
                      </a:r>
                      <a:endParaRPr lang="en-US" altLang="zh-CN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  <a:p>
                      <a:pPr algn="ctr"/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AAMP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协议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sz="1500" b="1">
                          <a:solidFill>
                            <a:schemeClr val="tx2"/>
                          </a:solidFill>
                          <a:cs typeface="+mn-lt"/>
                        </a:rPr>
                        <a:t>商业订阅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856059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tx2"/>
                          </a:solidFill>
                          <a:cs typeface="+mn-lt"/>
                        </a:rPr>
                        <a:t>Trello / Jira</a:t>
                      </a:r>
                      <a:endParaRPr sz="15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轻量看板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/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重型研发管理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chemeClr val="tx2"/>
                          </a:solidFill>
                          <a:cs typeface="+mn-lt"/>
                        </a:rPr>
                        <a:t>SaaS </a:t>
                      </a:r>
                      <a:r>
                        <a:rPr lang="zh-CN" sz="1500" b="0">
                          <a:solidFill>
                            <a:schemeClr val="tx2"/>
                          </a:solidFill>
                          <a:cs typeface="+mn-lt"/>
                        </a:rPr>
                        <a:t>为主</a:t>
                      </a:r>
                      <a:endParaRPr lang="zh-CN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500" b="0">
                          <a:solidFill>
                            <a:schemeClr val="tx2"/>
                          </a:solidFill>
                          <a:cs typeface="+mn-lt"/>
                        </a:rPr>
                        <a:t>AI </a:t>
                      </a:r>
                      <a:r>
                        <a:rPr lang="zh-CN" sz="1500" b="0">
                          <a:solidFill>
                            <a:schemeClr val="tx2"/>
                          </a:solidFill>
                          <a:cs typeface="+mn-lt"/>
                        </a:rPr>
                        <a:t>辅助摘要与自动化</a:t>
                      </a:r>
                      <a:endParaRPr lang="zh-CN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sz="1500" b="1">
                          <a:solidFill>
                            <a:schemeClr val="tx2"/>
                          </a:solidFill>
                          <a:cs typeface="+mn-lt"/>
                        </a:rPr>
                        <a:t>免费额度有限，订阅制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612196" y="981075"/>
            <a:ext cx="10967609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272" h="30">
                <a:moveTo>
                  <a:pt x="131" y="0"/>
                </a:moveTo>
                <a:lnTo>
                  <a:pt x="17141" y="0"/>
                </a:lnTo>
                <a:cubicBezTo>
                  <a:pt x="17188" y="0"/>
                  <a:pt x="17232" y="11"/>
                  <a:pt x="17272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495300" y="4666615"/>
            <a:ext cx="11201400" cy="1548130"/>
          </a:xfrm>
          <a:custGeom>
            <a:avLst/>
            <a:gdLst>
              <a:gd name="sw" fmla="*/ 1 w 17640"/>
              <a:gd name="sh" fmla="*/ 1 h 2437"/>
              <a:gd name="mins" fmla="min sw sh"/>
              <a:gd name="dsw" fmla="+- 0 sw mins"/>
              <a:gd name="dsh" fmla="+- 0 sh mins"/>
              <a:gd name="p0x0" fmla="*/ 300 w 17640"/>
              <a:gd name="p0y0" fmla="*/ 0 h 2437"/>
              <a:gd name="p0x1" fmla="*/ 17340 w 17640"/>
              <a:gd name="p0y1" fmla="*/ 0 h 2437"/>
              <a:gd name="p0x2" fmla="*/ 17505 w 17640"/>
              <a:gd name="p0y2" fmla="*/ 0 h 2437"/>
              <a:gd name="p0x3" fmla="*/ 17640 w 17640"/>
              <a:gd name="p0y3" fmla="*/ 134 h 2437"/>
              <a:gd name="p0x4" fmla="*/ 17640 w 17640"/>
              <a:gd name="p0y4" fmla="*/ 300 h 2437"/>
              <a:gd name="p0x5" fmla="*/ 17640 w 17640"/>
              <a:gd name="p0y5" fmla="*/ 2137 h 2437"/>
              <a:gd name="p0x6" fmla="*/ 17640 w 17640"/>
              <a:gd name="p0y6" fmla="*/ 2303 h 2437"/>
              <a:gd name="p0x7" fmla="*/ 17505 w 17640"/>
              <a:gd name="p0y7" fmla="*/ 2437 h 2437"/>
              <a:gd name="p0x8" fmla="*/ 17340 w 17640"/>
              <a:gd name="p0y8" fmla="*/ 2437 h 2437"/>
              <a:gd name="p0x9" fmla="*/ 300 w 17640"/>
              <a:gd name="p0y9" fmla="*/ 2437 h 2437"/>
              <a:gd name="p0x10" fmla="*/ 134 w 17640"/>
              <a:gd name="p0y10" fmla="*/ 2437 h 2437"/>
              <a:gd name="p0x11" fmla="*/ 0 w 17640"/>
              <a:gd name="p0y11" fmla="*/ 2303 h 2437"/>
              <a:gd name="p0x12" fmla="*/ 0 w 17640"/>
              <a:gd name="p0y12" fmla="*/ 2137 h 2437"/>
              <a:gd name="p0x13" fmla="*/ 0 w 17640"/>
              <a:gd name="p0y13" fmla="*/ 300 h 2437"/>
              <a:gd name="p0x14" fmla="*/ 0 w 17640"/>
              <a:gd name="p0y14" fmla="*/ 134 h 2437"/>
              <a:gd name="p0x15" fmla="*/ 134 w 17640"/>
              <a:gd name="p0y15" fmla="*/ 0 h 2437"/>
              <a:gd name="p0x16" fmla="*/ 300 w 17640"/>
              <a:gd name="p0y16" fmla="*/ 0 h 24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7013"/>
              <a:lumOff val="92987"/>
            </a:schemeClr>
          </a:solidFill>
          <a:ln>
            <a:noFill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85800" y="5121992"/>
            <a:ext cx="10814447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 spc="30">
                <a:solidFill>
                  <a:srgbClr val="1A4A5E"/>
                </a:solidFill>
                <a:cs typeface="+mn-lt"/>
              </a:rPr>
              <a:t>上述同类优秀产品在通用协作、功能设计与</a:t>
            </a:r>
            <a:r>
              <a:rPr lang="en-US" altLang="zh-CN" sz="1500" b="1" spc="30">
                <a:solidFill>
                  <a:srgbClr val="1A4A5E"/>
                </a:solidFill>
                <a:cs typeface="+mn-lt"/>
              </a:rPr>
              <a:t> AI </a:t>
            </a:r>
            <a:r>
              <a:rPr lang="zh-CN" altLang="en-US" sz="1500" b="1" spc="30">
                <a:solidFill>
                  <a:srgbClr val="1A4A5E"/>
                </a:solidFill>
                <a:cs typeface="+mn-lt"/>
              </a:rPr>
              <a:t>能力上都很成熟，但更为面向</a:t>
            </a:r>
            <a:r>
              <a:rPr lang="zh-CN" altLang="en-US" sz="1500" b="1" spc="30">
                <a:solidFill>
                  <a:srgbClr val="1A4A5E"/>
                </a:solidFill>
                <a:cs typeface="+mn-lt"/>
              </a:rPr>
              <a:t>企业设计。我们需要做的是参考他们的设计，学习他们的做法，完成一个面对高校学生的专门</a:t>
            </a:r>
            <a:r>
              <a:rPr lang="zh-CN" altLang="en-US" sz="1500" b="1" spc="30">
                <a:solidFill>
                  <a:srgbClr val="1A4A5E"/>
                </a:solidFill>
                <a:cs typeface="+mn-lt"/>
              </a:rPr>
              <a:t>敏捷平台</a:t>
            </a:r>
            <a:endParaRPr lang="zh-CN" altLang="en-US" sz="1500" b="1" spc="30">
              <a:solidFill>
                <a:srgbClr val="1A4A5E"/>
              </a:solidFill>
              <a:cs typeface="+mn-lt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602744" y="4666654"/>
            <a:ext cx="10986512" cy="1901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302" h="30">
                <a:moveTo>
                  <a:pt x="131" y="0"/>
                </a:moveTo>
                <a:lnTo>
                  <a:pt x="17171" y="0"/>
                </a:lnTo>
                <a:cubicBezTo>
                  <a:pt x="17218" y="0"/>
                  <a:pt x="17262" y="11"/>
                  <a:pt x="17302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47015" y="76835"/>
            <a:ext cx="253555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 b="1">
                <a:solidFill>
                  <a:schemeClr val="bg2">
                    <a:lumMod val="10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知己知彼</a:t>
            </a:r>
            <a:endParaRPr lang="zh-CN" altLang="en-US" sz="4400" b="1">
              <a:solidFill>
                <a:schemeClr val="bg2">
                  <a:lumMod val="10000"/>
                </a:schemeClr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05105" y="113030"/>
            <a:ext cx="649732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sz="4400" b="1">
                <a:solidFill>
                  <a:schemeClr val="bg2">
                    <a:lumMod val="10000"/>
                  </a:schemeClr>
                </a:solidFill>
                <a:latin typeface="华文行楷" panose="02010800040101010101" charset="-122"/>
                <a:ea typeface="华文行楷" panose="02010800040101010101" charset="-122"/>
                <a:cs typeface="+mj-lt"/>
              </a:rPr>
              <a:t>没有调查，就没有发言权！</a:t>
            </a:r>
            <a:endParaRPr lang="zh-CN" sz="4400" b="1">
              <a:solidFill>
                <a:schemeClr val="bg2">
                  <a:lumMod val="10000"/>
                </a:schemeClr>
              </a:solidFill>
              <a:latin typeface="华文行楷" panose="02010800040101010101" charset="-122"/>
              <a:ea typeface="华文行楷" panose="02010800040101010101" charset="-122"/>
              <a:cs typeface="+mj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87680" y="1356995"/>
            <a:ext cx="11039475" cy="5274310"/>
            <a:chOff x="907" y="1747"/>
            <a:chExt cx="17385" cy="8015"/>
          </a:xfrm>
        </p:grpSpPr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907" y="1747"/>
              <a:ext cx="17385" cy="7547"/>
            </a:xfrm>
            <a:custGeom>
              <a:avLst/>
              <a:gdLst>
                <a:gd name="sw" fmla="*/ 1 w 17385"/>
                <a:gd name="sh" fmla="*/ 1 h 8445"/>
                <a:gd name="mins" fmla="min sw sh"/>
                <a:gd name="dsw" fmla="+- 0 sw mins"/>
                <a:gd name="dsh" fmla="+- 0 sh mins"/>
                <a:gd name="p0x0" fmla="*/ 300 w 17385"/>
                <a:gd name="p0y0" fmla="*/ 0 h 8445"/>
                <a:gd name="p0x1" fmla="*/ 17085 w 17385"/>
                <a:gd name="p0y1" fmla="*/ 0 h 8445"/>
                <a:gd name="p0x2" fmla="*/ 17250 w 17385"/>
                <a:gd name="p0y2" fmla="*/ 0 h 8445"/>
                <a:gd name="p0x3" fmla="*/ 17385 w 17385"/>
                <a:gd name="p0y3" fmla="*/ 134 h 8445"/>
                <a:gd name="p0x4" fmla="*/ 17385 w 17385"/>
                <a:gd name="p0y4" fmla="*/ 300 h 8445"/>
                <a:gd name="p0x5" fmla="*/ 17385 w 17385"/>
                <a:gd name="p0y5" fmla="*/ 8145 h 8445"/>
                <a:gd name="p0x6" fmla="*/ 17385 w 17385"/>
                <a:gd name="p0y6" fmla="*/ 8310 h 8445"/>
                <a:gd name="p0x7" fmla="*/ 17250 w 17385"/>
                <a:gd name="p0y7" fmla="*/ 8445 h 8445"/>
                <a:gd name="p0x8" fmla="*/ 17085 w 17385"/>
                <a:gd name="p0y8" fmla="*/ 8445 h 8445"/>
                <a:gd name="p0x9" fmla="*/ 300 w 17385"/>
                <a:gd name="p0y9" fmla="*/ 8445 h 8445"/>
                <a:gd name="p0x10" fmla="*/ 134 w 17385"/>
                <a:gd name="p0y10" fmla="*/ 8445 h 8445"/>
                <a:gd name="p0x11" fmla="*/ 0 w 17385"/>
                <a:gd name="p0y11" fmla="*/ 8310 h 8445"/>
                <a:gd name="p0x12" fmla="*/ 0 w 17385"/>
                <a:gd name="p0y12" fmla="*/ 8145 h 8445"/>
                <a:gd name="p0x13" fmla="*/ 0 w 17385"/>
                <a:gd name="p0y13" fmla="*/ 300 h 8445"/>
                <a:gd name="p0x14" fmla="*/ 0 w 17385"/>
                <a:gd name="p0y14" fmla="*/ 134 h 8445"/>
                <a:gd name="p0x15" fmla="*/ 134 w 17385"/>
                <a:gd name="p0y15" fmla="*/ 0 h 8445"/>
                <a:gd name="p0x16" fmla="*/ 300 w 17385"/>
                <a:gd name="p0y16" fmla="*/ 0 h 84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53347"/>
                <a:lumOff val="46653"/>
              </a:schemeClr>
            </a:solidFill>
            <a:ln w="9525" cmpd="sng">
              <a:solidFill>
                <a:schemeClr val="accent1">
                  <a:lumMod val="20732"/>
                  <a:lumOff val="79268"/>
                </a:schemeClr>
              </a:solidFill>
              <a:prstDash val="solid"/>
            </a:ln>
            <a:effectLst>
              <a:outerShdw blurRad="114300" dist="19050" dir="5399999" algn="ctr" rotWithShape="0">
                <a:srgbClr val="1A547C">
                  <a:alpha val="7843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14" name="组合 113"/>
            <p:cNvGrpSpPr/>
            <p:nvPr/>
          </p:nvGrpSpPr>
          <p:grpSpPr>
            <a:xfrm>
              <a:off x="1215" y="2055"/>
              <a:ext cx="16770" cy="1110"/>
              <a:chOff x="1215" y="2055"/>
              <a:chExt cx="16770" cy="1110"/>
            </a:xfrm>
          </p:grpSpPr>
          <p:sp>
            <p:nvSpPr>
              <p:cNvPr id="6" name="任意多边形 5"/>
              <p:cNvSpPr/>
              <p:nvPr>
                <p:custDataLst>
                  <p:tags r:id="rId3"/>
                </p:custDataLst>
              </p:nvPr>
            </p:nvSpPr>
            <p:spPr>
              <a:xfrm>
                <a:off x="1215" y="2055"/>
                <a:ext cx="16770" cy="1110"/>
              </a:xfrm>
              <a:custGeom>
                <a:avLst/>
                <a:gdLst>
                  <a:gd name="sw" fmla="*/ 1 w 16770"/>
                  <a:gd name="sh" fmla="*/ 1 h 1110"/>
                  <a:gd name="mins" fmla="min sw sh"/>
                  <a:gd name="dsw" fmla="+- 0 sw mins"/>
                  <a:gd name="dsh" fmla="+- 0 sh mins"/>
                  <a:gd name="p0x0" fmla="*/ 0 w 16770"/>
                  <a:gd name="p0y0" fmla="*/ 0 h 1110"/>
                  <a:gd name="p0x1" fmla="*/ 16770 w 16770"/>
                  <a:gd name="p0y1" fmla="*/ 0 h 1110"/>
                  <a:gd name="p0x2" fmla="*/ 16770 w 16770"/>
                  <a:gd name="p0y2" fmla="*/ 1110 h 1110"/>
                  <a:gd name="p0x3" fmla="*/ 0 w 16770"/>
                  <a:gd name="p0y3" fmla="*/ 1110 h 1110"/>
                  <a:gd name="p0x4" fmla="*/ 0 w 16770"/>
                  <a:gd name="p0y4" fmla="*/ 0 h 1110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任意多边形 6"/>
              <p:cNvSpPr/>
              <p:nvPr>
                <p:custDataLst>
                  <p:tags r:id="rId4"/>
                </p:custDataLst>
              </p:nvPr>
            </p:nvSpPr>
            <p:spPr>
              <a:xfrm>
                <a:off x="1215" y="3150"/>
                <a:ext cx="16770" cy="15"/>
              </a:xfrm>
              <a:custGeom>
                <a:avLst/>
                <a:gdLst>
                  <a:gd name="sw" fmla="*/ 1 w 16770"/>
                  <a:gd name="sh" fmla="*/ 1 h 15"/>
                  <a:gd name="mins" fmla="min sw sh"/>
                  <a:gd name="dsw" fmla="+- 0 sw mins"/>
                  <a:gd name="dsh" fmla="+- 0 sh mins"/>
                  <a:gd name="p0x0" fmla="*/ 16770 w 16770"/>
                  <a:gd name="p0y0" fmla="*/ 15 h 15"/>
                  <a:gd name="p0x1" fmla="*/ 0 w 16770"/>
                  <a:gd name="p0y1" fmla="*/ 15 h 15"/>
                  <a:gd name="p0x2" fmla="*/ 0 w 16770"/>
                  <a:gd name="p0y2" fmla="*/ 0 h 15"/>
                  <a:gd name="p0x3" fmla="*/ 16770 w 16770"/>
                  <a:gd name="p0y3" fmla="*/ 0 h 15"/>
                  <a:gd name="p0x4" fmla="*/ 16770 w 16770"/>
                  <a:gd name="p0y4" fmla="*/ 15 h 1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solidFill>
                <a:schemeClr val="accent1">
                  <a:lumMod val="20732"/>
                  <a:lumOff val="79268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" name="任意多边形 8"/>
            <p:cNvSpPr/>
            <p:nvPr>
              <p:custDataLst>
                <p:tags r:id="rId5"/>
              </p:custDataLst>
            </p:nvPr>
          </p:nvSpPr>
          <p:spPr>
            <a:xfrm>
              <a:off x="2419" y="2055"/>
              <a:ext cx="420" cy="420"/>
            </a:xfrm>
            <a:custGeom>
              <a:avLst/>
              <a:gdLst>
                <a:gd name="sw" fmla="*/ 1 w 420"/>
                <a:gd name="sh" fmla="*/ 1 h 420"/>
                <a:gd name="mins" fmla="min sw sh"/>
                <a:gd name="dsw" fmla="+- 0 sw mins"/>
                <a:gd name="dsh" fmla="+- 0 sh mins"/>
                <a:gd name="p0x0" fmla="*/ 120 w 420"/>
                <a:gd name="p0y0" fmla="*/ 0 h 420"/>
                <a:gd name="p0x1" fmla="*/ 300 w 420"/>
                <a:gd name="p0y1" fmla="*/ 0 h 420"/>
                <a:gd name="p0x2" fmla="*/ 366 w 420"/>
                <a:gd name="p0y2" fmla="*/ 0 h 420"/>
                <a:gd name="p0x3" fmla="*/ 420 w 420"/>
                <a:gd name="p0y3" fmla="*/ 53 h 420"/>
                <a:gd name="p0x4" fmla="*/ 420 w 420"/>
                <a:gd name="p0y4" fmla="*/ 120 h 420"/>
                <a:gd name="p0x5" fmla="*/ 420 w 420"/>
                <a:gd name="p0y5" fmla="*/ 300 h 420"/>
                <a:gd name="p0x6" fmla="*/ 420 w 420"/>
                <a:gd name="p0y6" fmla="*/ 366 h 420"/>
                <a:gd name="p0x7" fmla="*/ 366 w 420"/>
                <a:gd name="p0y7" fmla="*/ 420 h 420"/>
                <a:gd name="p0x8" fmla="*/ 300 w 420"/>
                <a:gd name="p0y8" fmla="*/ 420 h 420"/>
                <a:gd name="p0x9" fmla="*/ 120 w 420"/>
                <a:gd name="p0y9" fmla="*/ 420 h 420"/>
                <a:gd name="p0x10" fmla="*/ 53 w 420"/>
                <a:gd name="p0y10" fmla="*/ 420 h 420"/>
                <a:gd name="p0x11" fmla="*/ 0 w 420"/>
                <a:gd name="p0y11" fmla="*/ 366 h 420"/>
                <a:gd name="p0x12" fmla="*/ 0 w 420"/>
                <a:gd name="p0y12" fmla="*/ 300 h 420"/>
                <a:gd name="p0x13" fmla="*/ 0 w 420"/>
                <a:gd name="p0y13" fmla="*/ 120 h 420"/>
                <a:gd name="p0x14" fmla="*/ 0 w 420"/>
                <a:gd name="p0y14" fmla="*/ 53 h 420"/>
                <a:gd name="p0x15" fmla="*/ 53 w 420"/>
                <a:gd name="p0y15" fmla="*/ 0 h 420"/>
                <a:gd name="p0x16" fmla="*/ 120 w 420"/>
                <a:gd name="p0y16" fmla="*/ 0 h 4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15548"/>
                <a:lumOff val="8445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2524" y="2145"/>
              <a:ext cx="210" cy="24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>
              <p:custDataLst>
                <p:tags r:id="rId9"/>
              </p:custDataLst>
            </p:nvPr>
          </p:nvSpPr>
          <p:spPr>
            <a:xfrm>
              <a:off x="2960" y="2108"/>
              <a:ext cx="1258" cy="3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1200" b="1" spc="72">
                  <a:solidFill>
                    <a:schemeClr val="tx2"/>
                  </a:solidFill>
                  <a:cs typeface="+mn-lt"/>
                </a:rPr>
                <a:t>调研对象</a:t>
              </a:r>
              <a:endParaRPr sz="1200" b="1" spc="72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0"/>
              </p:custDataLst>
            </p:nvPr>
          </p:nvSpPr>
          <p:spPr>
            <a:xfrm>
              <a:off x="1399" y="2513"/>
              <a:ext cx="360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ctr">
                <a:lnSpc>
                  <a:spcPct val="104000"/>
                </a:lnSpc>
              </a:pPr>
              <a:r>
                <a:rPr lang="zh-CN" sz="1500">
                  <a:solidFill>
                    <a:schemeClr val="tx2"/>
                  </a:solidFill>
                  <a:cs typeface="+mn-lt"/>
                </a:rPr>
                <a:t>高校</a:t>
              </a:r>
              <a:r>
                <a:rPr lang="zh-CN" sz="1500">
                  <a:solidFill>
                    <a:schemeClr val="tx2"/>
                  </a:solidFill>
                  <a:cs typeface="+mn-lt"/>
                </a:rPr>
                <a:t>在校学生</a:t>
              </a:r>
              <a:endParaRPr lang="zh-CN" sz="1500">
                <a:solidFill>
                  <a:schemeClr val="tx2"/>
                </a:solidFill>
                <a:cs typeface="+mn-lt"/>
              </a:endParaRPr>
            </a:p>
          </p:txBody>
        </p:sp>
        <p:grpSp>
          <p:nvGrpSpPr>
            <p:cNvPr id="115" name="组合 114"/>
            <p:cNvGrpSpPr/>
            <p:nvPr/>
          </p:nvGrpSpPr>
          <p:grpSpPr>
            <a:xfrm>
              <a:off x="5296" y="2055"/>
              <a:ext cx="4154" cy="870"/>
              <a:chOff x="5296" y="2055"/>
              <a:chExt cx="4154" cy="870"/>
            </a:xfrm>
          </p:grpSpPr>
          <p:sp>
            <p:nvSpPr>
              <p:cNvPr id="14" name="任意多边形 13"/>
              <p:cNvSpPr/>
              <p:nvPr>
                <p:custDataLst>
                  <p:tags r:id="rId11"/>
                </p:custDataLst>
              </p:nvPr>
            </p:nvSpPr>
            <p:spPr>
              <a:xfrm>
                <a:off x="5482" y="2055"/>
                <a:ext cx="3968" cy="855"/>
              </a:xfrm>
              <a:custGeom>
                <a:avLst/>
                <a:gdLst>
                  <a:gd name="sw" fmla="*/ 1 w 3967"/>
                  <a:gd name="sh" fmla="*/ 1 h 855"/>
                  <a:gd name="mins" fmla="min sw sh"/>
                  <a:gd name="dsw" fmla="+- 0 sw mins"/>
                  <a:gd name="dsh" fmla="+- 0 sh mins"/>
                  <a:gd name="p0x0" fmla="*/ 0 w 3967"/>
                  <a:gd name="p0y0" fmla="*/ 0 h 855"/>
                  <a:gd name="p0x1" fmla="*/ 3967 w 3967"/>
                  <a:gd name="p0y1" fmla="*/ 0 h 855"/>
                  <a:gd name="p0x2" fmla="*/ 3967 w 3967"/>
                  <a:gd name="p0y2" fmla="*/ 855 h 855"/>
                  <a:gd name="p0x3" fmla="*/ 0 w 3967"/>
                  <a:gd name="p0y3" fmla="*/ 855 h 855"/>
                  <a:gd name="p0x4" fmla="*/ 0 w 3967"/>
                  <a:gd name="p0y4" fmla="*/ 0 h 85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>
                <p:custDataLst>
                  <p:tags r:id="rId12"/>
                </p:custDataLst>
              </p:nvPr>
            </p:nvSpPr>
            <p:spPr>
              <a:xfrm>
                <a:off x="5296" y="2070"/>
                <a:ext cx="15" cy="855"/>
              </a:xfrm>
              <a:custGeom>
                <a:avLst/>
                <a:gdLst>
                  <a:gd name="sw" fmla="*/ 1 w 15"/>
                  <a:gd name="sh" fmla="*/ 1 h 855"/>
                  <a:gd name="mins" fmla="min sw sh"/>
                  <a:gd name="dsw" fmla="+- 0 sw mins"/>
                  <a:gd name="dsh" fmla="+- 0 sh mins"/>
                  <a:gd name="p0x0" fmla="*/ 0 w 15"/>
                  <a:gd name="p0y0" fmla="*/ 855 h 855"/>
                  <a:gd name="p0x1" fmla="*/ 0 w 15"/>
                  <a:gd name="p0y1" fmla="*/ 0 h 855"/>
                  <a:gd name="p0x2" fmla="*/ 15 w 15"/>
                  <a:gd name="p0y2" fmla="*/ 0 h 855"/>
                  <a:gd name="p0x3" fmla="*/ 15 w 15"/>
                  <a:gd name="p0y3" fmla="*/ 855 h 855"/>
                  <a:gd name="p0x4" fmla="*/ 0 w 15"/>
                  <a:gd name="p0y4" fmla="*/ 855 h 85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solidFill>
                <a:schemeClr val="accent1">
                  <a:lumMod val="20732"/>
                  <a:lumOff val="79268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7" name="任意多边形 16"/>
            <p:cNvSpPr/>
            <p:nvPr>
              <p:custDataLst>
                <p:tags r:id="rId13"/>
              </p:custDataLst>
            </p:nvPr>
          </p:nvSpPr>
          <p:spPr>
            <a:xfrm>
              <a:off x="6694" y="2055"/>
              <a:ext cx="420" cy="420"/>
            </a:xfrm>
            <a:custGeom>
              <a:avLst/>
              <a:gdLst>
                <a:gd name="sw" fmla="*/ 1 w 420"/>
                <a:gd name="sh" fmla="*/ 1 h 420"/>
                <a:gd name="mins" fmla="min sw sh"/>
                <a:gd name="dsw" fmla="+- 0 sw mins"/>
                <a:gd name="dsh" fmla="+- 0 sh mins"/>
                <a:gd name="p0x0" fmla="*/ 120 w 420"/>
                <a:gd name="p0y0" fmla="*/ 0 h 420"/>
                <a:gd name="p0x1" fmla="*/ 300 w 420"/>
                <a:gd name="p0y1" fmla="*/ 0 h 420"/>
                <a:gd name="p0x2" fmla="*/ 366 w 420"/>
                <a:gd name="p0y2" fmla="*/ 0 h 420"/>
                <a:gd name="p0x3" fmla="*/ 420 w 420"/>
                <a:gd name="p0y3" fmla="*/ 53 h 420"/>
                <a:gd name="p0x4" fmla="*/ 420 w 420"/>
                <a:gd name="p0y4" fmla="*/ 120 h 420"/>
                <a:gd name="p0x5" fmla="*/ 420 w 420"/>
                <a:gd name="p0y5" fmla="*/ 300 h 420"/>
                <a:gd name="p0x6" fmla="*/ 420 w 420"/>
                <a:gd name="p0y6" fmla="*/ 366 h 420"/>
                <a:gd name="p0x7" fmla="*/ 366 w 420"/>
                <a:gd name="p0y7" fmla="*/ 420 h 420"/>
                <a:gd name="p0x8" fmla="*/ 300 w 420"/>
                <a:gd name="p0y8" fmla="*/ 420 h 420"/>
                <a:gd name="p0x9" fmla="*/ 120 w 420"/>
                <a:gd name="p0y9" fmla="*/ 420 h 420"/>
                <a:gd name="p0x10" fmla="*/ 53 w 420"/>
                <a:gd name="p0y10" fmla="*/ 420 h 420"/>
                <a:gd name="p0x11" fmla="*/ 0 w 420"/>
                <a:gd name="p0y11" fmla="*/ 366 h 420"/>
                <a:gd name="p0x12" fmla="*/ 0 w 420"/>
                <a:gd name="p0y12" fmla="*/ 300 h 420"/>
                <a:gd name="p0x13" fmla="*/ 0 w 420"/>
                <a:gd name="p0y13" fmla="*/ 120 h 420"/>
                <a:gd name="p0x14" fmla="*/ 0 w 420"/>
                <a:gd name="p0y14" fmla="*/ 53 h 420"/>
                <a:gd name="p0x15" fmla="*/ 53 w 420"/>
                <a:gd name="p0y15" fmla="*/ 0 h 420"/>
                <a:gd name="p0x16" fmla="*/ 120 w 420"/>
                <a:gd name="p0y16" fmla="*/ 0 h 4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15548"/>
                <a:lumOff val="8445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>
            <a:xfrm>
              <a:off x="6814" y="2145"/>
              <a:ext cx="180" cy="240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>
              <p:custDataLst>
                <p:tags r:id="rId17"/>
              </p:custDataLst>
            </p:nvPr>
          </p:nvSpPr>
          <p:spPr>
            <a:xfrm>
              <a:off x="7235" y="2108"/>
              <a:ext cx="1258" cy="3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1200" b="1" spc="72">
                  <a:solidFill>
                    <a:schemeClr val="tx2"/>
                  </a:solidFill>
                  <a:cs typeface="+mn-lt"/>
                </a:rPr>
                <a:t>调研方式</a:t>
              </a:r>
              <a:endParaRPr sz="1200" b="1" spc="72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8"/>
              </p:custDataLst>
            </p:nvPr>
          </p:nvSpPr>
          <p:spPr>
            <a:xfrm>
              <a:off x="5716" y="2513"/>
              <a:ext cx="3967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ctr">
                <a:lnSpc>
                  <a:spcPct val="104000"/>
                </a:lnSpc>
              </a:pPr>
              <a:r>
                <a:rPr lang="zh-CN" altLang="en-US" sz="1500">
                  <a:solidFill>
                    <a:schemeClr val="tx2"/>
                  </a:solidFill>
                  <a:cs typeface="+mn-lt"/>
                </a:rPr>
                <a:t>通过小程序设置网上</a:t>
              </a:r>
              <a:r>
                <a:rPr lang="zh-CN" altLang="en-US" sz="1500">
                  <a:solidFill>
                    <a:schemeClr val="tx2"/>
                  </a:solidFill>
                  <a:cs typeface="+mn-lt"/>
                </a:rPr>
                <a:t>调查问卷</a:t>
              </a:r>
              <a:endParaRPr lang="zh-CN" altLang="en-US" sz="1500">
                <a:solidFill>
                  <a:schemeClr val="tx2"/>
                </a:solidFill>
                <a:cs typeface="+mn-lt"/>
              </a:endParaRPr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9750" y="2055"/>
              <a:ext cx="3967" cy="855"/>
              <a:chOff x="9750" y="2055"/>
              <a:chExt cx="3967" cy="855"/>
            </a:xfrm>
          </p:grpSpPr>
          <p:sp>
            <p:nvSpPr>
              <p:cNvPr id="22" name="任意多边形 21"/>
              <p:cNvSpPr/>
              <p:nvPr>
                <p:custDataLst>
                  <p:tags r:id="rId19"/>
                </p:custDataLst>
              </p:nvPr>
            </p:nvSpPr>
            <p:spPr>
              <a:xfrm>
                <a:off x="9750" y="2055"/>
                <a:ext cx="3967" cy="855"/>
              </a:xfrm>
              <a:custGeom>
                <a:avLst/>
                <a:gdLst>
                  <a:gd name="sw" fmla="*/ 1 w 3967"/>
                  <a:gd name="sh" fmla="*/ 1 h 855"/>
                  <a:gd name="mins" fmla="min sw sh"/>
                  <a:gd name="dsw" fmla="+- 0 sw mins"/>
                  <a:gd name="dsh" fmla="+- 0 sh mins"/>
                  <a:gd name="p0x0" fmla="*/ 0 w 3967"/>
                  <a:gd name="p0y0" fmla="*/ 0 h 855"/>
                  <a:gd name="p0x1" fmla="*/ 3967 w 3967"/>
                  <a:gd name="p0y1" fmla="*/ 0 h 855"/>
                  <a:gd name="p0x2" fmla="*/ 3967 w 3967"/>
                  <a:gd name="p0y2" fmla="*/ 855 h 855"/>
                  <a:gd name="p0x3" fmla="*/ 0 w 3967"/>
                  <a:gd name="p0y3" fmla="*/ 855 h 855"/>
                  <a:gd name="p0x4" fmla="*/ 0 w 3967"/>
                  <a:gd name="p0y4" fmla="*/ 0 h 85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" name="任意多边形 22"/>
              <p:cNvSpPr/>
              <p:nvPr>
                <p:custDataLst>
                  <p:tags r:id="rId20"/>
                </p:custDataLst>
              </p:nvPr>
            </p:nvSpPr>
            <p:spPr>
              <a:xfrm>
                <a:off x="10116" y="2055"/>
                <a:ext cx="15" cy="855"/>
              </a:xfrm>
              <a:custGeom>
                <a:avLst/>
                <a:gdLst>
                  <a:gd name="sw" fmla="*/ 1 w 15"/>
                  <a:gd name="sh" fmla="*/ 1 h 855"/>
                  <a:gd name="mins" fmla="min sw sh"/>
                  <a:gd name="dsw" fmla="+- 0 sw mins"/>
                  <a:gd name="dsh" fmla="+- 0 sh mins"/>
                  <a:gd name="p0x0" fmla="*/ 0 w 15"/>
                  <a:gd name="p0y0" fmla="*/ 855 h 855"/>
                  <a:gd name="p0x1" fmla="*/ 0 w 15"/>
                  <a:gd name="p0y1" fmla="*/ 0 h 855"/>
                  <a:gd name="p0x2" fmla="*/ 15 w 15"/>
                  <a:gd name="p0y2" fmla="*/ 0 h 855"/>
                  <a:gd name="p0x3" fmla="*/ 15 w 15"/>
                  <a:gd name="p0y3" fmla="*/ 855 h 855"/>
                  <a:gd name="p0x4" fmla="*/ 0 w 15"/>
                  <a:gd name="p0y4" fmla="*/ 855 h 85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solidFill>
                <a:schemeClr val="accent1">
                  <a:lumMod val="20732"/>
                  <a:lumOff val="79268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25" name="任意多边形 24"/>
            <p:cNvSpPr/>
            <p:nvPr>
              <p:custDataLst>
                <p:tags r:id="rId21"/>
              </p:custDataLst>
            </p:nvPr>
          </p:nvSpPr>
          <p:spPr>
            <a:xfrm>
              <a:off x="10962" y="2055"/>
              <a:ext cx="420" cy="420"/>
            </a:xfrm>
            <a:custGeom>
              <a:avLst/>
              <a:gdLst>
                <a:gd name="sw" fmla="*/ 1 w 420"/>
                <a:gd name="sh" fmla="*/ 1 h 420"/>
                <a:gd name="mins" fmla="min sw sh"/>
                <a:gd name="dsw" fmla="+- 0 sw mins"/>
                <a:gd name="dsh" fmla="+- 0 sh mins"/>
                <a:gd name="p0x0" fmla="*/ 120 w 420"/>
                <a:gd name="p0y0" fmla="*/ 0 h 420"/>
                <a:gd name="p0x1" fmla="*/ 300 w 420"/>
                <a:gd name="p0y1" fmla="*/ 0 h 420"/>
                <a:gd name="p0x2" fmla="*/ 366 w 420"/>
                <a:gd name="p0y2" fmla="*/ 0 h 420"/>
                <a:gd name="p0x3" fmla="*/ 420 w 420"/>
                <a:gd name="p0y3" fmla="*/ 53 h 420"/>
                <a:gd name="p0x4" fmla="*/ 420 w 420"/>
                <a:gd name="p0y4" fmla="*/ 120 h 420"/>
                <a:gd name="p0x5" fmla="*/ 420 w 420"/>
                <a:gd name="p0y5" fmla="*/ 300 h 420"/>
                <a:gd name="p0x6" fmla="*/ 420 w 420"/>
                <a:gd name="p0y6" fmla="*/ 366 h 420"/>
                <a:gd name="p0x7" fmla="*/ 366 w 420"/>
                <a:gd name="p0y7" fmla="*/ 420 h 420"/>
                <a:gd name="p0x8" fmla="*/ 300 w 420"/>
                <a:gd name="p0y8" fmla="*/ 420 h 420"/>
                <a:gd name="p0x9" fmla="*/ 120 w 420"/>
                <a:gd name="p0y9" fmla="*/ 420 h 420"/>
                <a:gd name="p0x10" fmla="*/ 53 w 420"/>
                <a:gd name="p0y10" fmla="*/ 420 h 420"/>
                <a:gd name="p0x11" fmla="*/ 0 w 420"/>
                <a:gd name="p0y11" fmla="*/ 366 h 420"/>
                <a:gd name="p0x12" fmla="*/ 0 w 420"/>
                <a:gd name="p0y12" fmla="*/ 300 h 420"/>
                <a:gd name="p0x13" fmla="*/ 0 w 420"/>
                <a:gd name="p0y13" fmla="*/ 120 h 420"/>
                <a:gd name="p0x14" fmla="*/ 0 w 420"/>
                <a:gd name="p0y14" fmla="*/ 53 h 420"/>
                <a:gd name="p0x15" fmla="*/ 53 w 420"/>
                <a:gd name="p0y15" fmla="*/ 0 h 420"/>
                <a:gd name="p0x16" fmla="*/ 120 w 420"/>
                <a:gd name="p0y16" fmla="*/ 0 h 4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15548"/>
                <a:lumOff val="8445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>
              <a:fillRect/>
            </a:stretch>
          </p:blipFill>
          <p:spPr>
            <a:xfrm>
              <a:off x="11052" y="2145"/>
              <a:ext cx="240" cy="240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>
              <p:custDataLst>
                <p:tags r:id="rId25"/>
              </p:custDataLst>
            </p:nvPr>
          </p:nvSpPr>
          <p:spPr>
            <a:xfrm>
              <a:off x="11502" y="2108"/>
              <a:ext cx="1258" cy="3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1200" b="1" spc="72">
                  <a:solidFill>
                    <a:schemeClr val="tx2"/>
                  </a:solidFill>
                  <a:cs typeface="+mn-lt"/>
                </a:rPr>
                <a:t>样本规模</a:t>
              </a:r>
              <a:endParaRPr sz="1200" b="1" spc="72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26"/>
              </p:custDataLst>
            </p:nvPr>
          </p:nvSpPr>
          <p:spPr>
            <a:xfrm>
              <a:off x="10131" y="2513"/>
              <a:ext cx="3508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ctr">
                <a:lnSpc>
                  <a:spcPct val="104000"/>
                </a:lnSpc>
              </a:pPr>
              <a:r>
                <a:rPr lang="zh-CN" altLang="en-US" sz="1500">
                  <a:solidFill>
                    <a:schemeClr val="tx2"/>
                  </a:solidFill>
                  <a:cs typeface="+mn-lt"/>
                </a:rPr>
                <a:t>收集问卷</a:t>
              </a:r>
              <a:r>
                <a:rPr lang="en-US" altLang="zh-CN" sz="1500">
                  <a:solidFill>
                    <a:schemeClr val="tx2"/>
                  </a:solidFill>
                  <a:cs typeface="+mn-lt"/>
                </a:rPr>
                <a:t>37</a:t>
              </a:r>
              <a:r>
                <a:rPr lang="zh-CN" altLang="en-US" sz="1500">
                  <a:solidFill>
                    <a:schemeClr val="tx2"/>
                  </a:solidFill>
                  <a:cs typeface="+mn-lt"/>
                </a:rPr>
                <a:t>份</a:t>
              </a:r>
              <a:r>
                <a:rPr lang="en-US" altLang="zh-CN" sz="1500">
                  <a:solidFill>
                    <a:schemeClr val="tx2"/>
                  </a:solidFill>
                  <a:cs typeface="+mn-lt"/>
                </a:rPr>
                <a:t> </a:t>
              </a:r>
              <a:endParaRPr lang="zh-CN" altLang="en-US" sz="1500">
                <a:solidFill>
                  <a:schemeClr val="tx2"/>
                </a:solidFill>
                <a:cs typeface="+mn-lt"/>
              </a:endParaRPr>
            </a:p>
          </p:txBody>
        </p:sp>
        <p:grpSp>
          <p:nvGrpSpPr>
            <p:cNvPr id="117" name="组合 116"/>
            <p:cNvGrpSpPr/>
            <p:nvPr/>
          </p:nvGrpSpPr>
          <p:grpSpPr>
            <a:xfrm>
              <a:off x="13374" y="2055"/>
              <a:ext cx="4611" cy="871"/>
              <a:chOff x="13374" y="2055"/>
              <a:chExt cx="4611" cy="871"/>
            </a:xfrm>
          </p:grpSpPr>
          <p:sp>
            <p:nvSpPr>
              <p:cNvPr id="30" name="任意多边形 29"/>
              <p:cNvSpPr/>
              <p:nvPr>
                <p:custDataLst>
                  <p:tags r:id="rId27"/>
                </p:custDataLst>
              </p:nvPr>
            </p:nvSpPr>
            <p:spPr>
              <a:xfrm>
                <a:off x="14017" y="2055"/>
                <a:ext cx="3968" cy="855"/>
              </a:xfrm>
              <a:custGeom>
                <a:avLst/>
                <a:gdLst>
                  <a:gd name="sw" fmla="*/ 1 w 3967"/>
                  <a:gd name="sh" fmla="*/ 1 h 855"/>
                  <a:gd name="mins" fmla="min sw sh"/>
                  <a:gd name="dsw" fmla="+- 0 sw mins"/>
                  <a:gd name="dsh" fmla="+- 0 sh mins"/>
                  <a:gd name="p0x0" fmla="*/ 0 w 3967"/>
                  <a:gd name="p0y0" fmla="*/ 0 h 855"/>
                  <a:gd name="p0x1" fmla="*/ 3967 w 3967"/>
                  <a:gd name="p0y1" fmla="*/ 0 h 855"/>
                  <a:gd name="p0x2" fmla="*/ 3967 w 3967"/>
                  <a:gd name="p0y2" fmla="*/ 855 h 855"/>
                  <a:gd name="p0x3" fmla="*/ 0 w 3967"/>
                  <a:gd name="p0y3" fmla="*/ 855 h 855"/>
                  <a:gd name="p0x4" fmla="*/ 0 w 3967"/>
                  <a:gd name="p0y4" fmla="*/ 0 h 85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" name="任意多边形 30"/>
              <p:cNvSpPr/>
              <p:nvPr>
                <p:custDataLst>
                  <p:tags r:id="rId28"/>
                </p:custDataLst>
              </p:nvPr>
            </p:nvSpPr>
            <p:spPr>
              <a:xfrm>
                <a:off x="13374" y="2071"/>
                <a:ext cx="15" cy="855"/>
              </a:xfrm>
              <a:custGeom>
                <a:avLst/>
                <a:gdLst>
                  <a:gd name="sw" fmla="*/ 1 w 15"/>
                  <a:gd name="sh" fmla="*/ 1 h 855"/>
                  <a:gd name="mins" fmla="min sw sh"/>
                  <a:gd name="dsw" fmla="+- 0 sw mins"/>
                  <a:gd name="dsh" fmla="+- 0 sh mins"/>
                  <a:gd name="p0x0" fmla="*/ 0 w 15"/>
                  <a:gd name="p0y0" fmla="*/ 855 h 855"/>
                  <a:gd name="p0x1" fmla="*/ 0 w 15"/>
                  <a:gd name="p0y1" fmla="*/ 0 h 855"/>
                  <a:gd name="p0x2" fmla="*/ 15 w 15"/>
                  <a:gd name="p0y2" fmla="*/ 0 h 855"/>
                  <a:gd name="p0x3" fmla="*/ 15 w 15"/>
                  <a:gd name="p0y3" fmla="*/ 855 h 855"/>
                  <a:gd name="p0x4" fmla="*/ 0 w 15"/>
                  <a:gd name="p0y4" fmla="*/ 855 h 85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solidFill>
                <a:schemeClr val="accent1">
                  <a:lumMod val="20732"/>
                  <a:lumOff val="79268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33" name="任意多边形 32"/>
            <p:cNvSpPr/>
            <p:nvPr>
              <p:custDataLst>
                <p:tags r:id="rId29"/>
              </p:custDataLst>
            </p:nvPr>
          </p:nvSpPr>
          <p:spPr>
            <a:xfrm>
              <a:off x="15229" y="2055"/>
              <a:ext cx="420" cy="420"/>
            </a:xfrm>
            <a:custGeom>
              <a:avLst/>
              <a:gdLst>
                <a:gd name="sw" fmla="*/ 1 w 420"/>
                <a:gd name="sh" fmla="*/ 1 h 420"/>
                <a:gd name="mins" fmla="min sw sh"/>
                <a:gd name="dsw" fmla="+- 0 sw mins"/>
                <a:gd name="dsh" fmla="+- 0 sh mins"/>
                <a:gd name="p0x0" fmla="*/ 120 w 420"/>
                <a:gd name="p0y0" fmla="*/ 0 h 420"/>
                <a:gd name="p0x1" fmla="*/ 300 w 420"/>
                <a:gd name="p0y1" fmla="*/ 0 h 420"/>
                <a:gd name="p0x2" fmla="*/ 366 w 420"/>
                <a:gd name="p0y2" fmla="*/ 0 h 420"/>
                <a:gd name="p0x3" fmla="*/ 420 w 420"/>
                <a:gd name="p0y3" fmla="*/ 53 h 420"/>
                <a:gd name="p0x4" fmla="*/ 420 w 420"/>
                <a:gd name="p0y4" fmla="*/ 120 h 420"/>
                <a:gd name="p0x5" fmla="*/ 420 w 420"/>
                <a:gd name="p0y5" fmla="*/ 300 h 420"/>
                <a:gd name="p0x6" fmla="*/ 420 w 420"/>
                <a:gd name="p0y6" fmla="*/ 366 h 420"/>
                <a:gd name="p0x7" fmla="*/ 366 w 420"/>
                <a:gd name="p0y7" fmla="*/ 420 h 420"/>
                <a:gd name="p0x8" fmla="*/ 300 w 420"/>
                <a:gd name="p0y8" fmla="*/ 420 h 420"/>
                <a:gd name="p0x9" fmla="*/ 120 w 420"/>
                <a:gd name="p0y9" fmla="*/ 420 h 420"/>
                <a:gd name="p0x10" fmla="*/ 53 w 420"/>
                <a:gd name="p0y10" fmla="*/ 420 h 420"/>
                <a:gd name="p0x11" fmla="*/ 0 w 420"/>
                <a:gd name="p0y11" fmla="*/ 366 h 420"/>
                <a:gd name="p0x12" fmla="*/ 0 w 420"/>
                <a:gd name="p0y12" fmla="*/ 300 h 420"/>
                <a:gd name="p0x13" fmla="*/ 0 w 420"/>
                <a:gd name="p0y13" fmla="*/ 120 h 420"/>
                <a:gd name="p0x14" fmla="*/ 0 w 420"/>
                <a:gd name="p0y14" fmla="*/ 53 h 420"/>
                <a:gd name="p0x15" fmla="*/ 53 w 420"/>
                <a:gd name="p0y15" fmla="*/ 0 h 420"/>
                <a:gd name="p0x16" fmla="*/ 120 w 420"/>
                <a:gd name="p0y16" fmla="*/ 0 h 4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15548"/>
                <a:lumOff val="8445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4" name="图片 33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rcRect/>
            <a:stretch>
              <a:fillRect/>
            </a:stretch>
          </p:blipFill>
          <p:spPr>
            <a:xfrm>
              <a:off x="15319" y="2145"/>
              <a:ext cx="240" cy="240"/>
            </a:xfrm>
            <a:prstGeom prst="rect">
              <a:avLst/>
            </a:prstGeom>
          </p:spPr>
        </p:pic>
        <p:sp>
          <p:nvSpPr>
            <p:cNvPr id="36" name="文本框 35"/>
            <p:cNvSpPr txBox="1"/>
            <p:nvPr>
              <p:custDataLst>
                <p:tags r:id="rId33"/>
              </p:custDataLst>
            </p:nvPr>
          </p:nvSpPr>
          <p:spPr>
            <a:xfrm>
              <a:off x="15770" y="2108"/>
              <a:ext cx="1258" cy="3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1200" b="1" spc="72">
                  <a:solidFill>
                    <a:schemeClr val="tx2"/>
                  </a:solidFill>
                  <a:cs typeface="+mn-lt"/>
                </a:rPr>
                <a:t>调研用途</a:t>
              </a:r>
              <a:endParaRPr sz="1200" b="1" spc="72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37" name="文本框 36"/>
            <p:cNvSpPr txBox="1"/>
            <p:nvPr>
              <p:custDataLst>
                <p:tags r:id="rId34"/>
              </p:custDataLst>
            </p:nvPr>
          </p:nvSpPr>
          <p:spPr>
            <a:xfrm>
              <a:off x="13569" y="2513"/>
              <a:ext cx="4723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ctr">
                <a:lnSpc>
                  <a:spcPct val="104000"/>
                </a:lnSpc>
              </a:pPr>
              <a:r>
                <a:rPr lang="zh-CN" sz="1500">
                  <a:solidFill>
                    <a:schemeClr val="tx2"/>
                  </a:solidFill>
                  <a:cs typeface="+mn-lt"/>
                </a:rPr>
                <a:t>了解用户需求并以</a:t>
              </a:r>
              <a:r>
                <a:rPr lang="zh-CN" sz="1500">
                  <a:solidFill>
                    <a:schemeClr val="tx2"/>
                  </a:solidFill>
                  <a:cs typeface="+mn-lt"/>
                </a:rPr>
                <a:t>此为主设计</a:t>
              </a:r>
              <a:r>
                <a:rPr lang="zh-CN" sz="1500">
                  <a:solidFill>
                    <a:schemeClr val="tx2"/>
                  </a:solidFill>
                  <a:cs typeface="+mn-lt"/>
                </a:rPr>
                <a:t>功能</a:t>
              </a:r>
              <a:endParaRPr lang="zh-CN" sz="1500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38" name="任意多边形 37"/>
            <p:cNvSpPr/>
            <p:nvPr>
              <p:custDataLst>
                <p:tags r:id="rId35"/>
              </p:custDataLst>
            </p:nvPr>
          </p:nvSpPr>
          <p:spPr>
            <a:xfrm>
              <a:off x="1222" y="3412"/>
              <a:ext cx="5375" cy="5523"/>
            </a:xfrm>
            <a:custGeom>
              <a:avLst/>
              <a:gdLst>
                <a:gd name="sw" fmla="*/ 1 w 5374"/>
                <a:gd name="sh" fmla="*/ 1 h 5523"/>
                <a:gd name="mins" fmla="min sw sh"/>
                <a:gd name="dsw" fmla="+- 0 sw mins"/>
                <a:gd name="dsh" fmla="+- 0 sh mins"/>
                <a:gd name="p0x0" fmla="*/ 210 w 5374"/>
                <a:gd name="p0y0" fmla="*/ 0 h 5523"/>
                <a:gd name="p0x1" fmla="*/ 5164 w 5374"/>
                <a:gd name="p0y1" fmla="*/ 0 h 5523"/>
                <a:gd name="p0x2" fmla="*/ 5280 w 5374"/>
                <a:gd name="p0y2" fmla="*/ 0 h 5523"/>
                <a:gd name="p0x3" fmla="*/ 5374 w 5374"/>
                <a:gd name="p0y3" fmla="*/ 94 h 5523"/>
                <a:gd name="p0x4" fmla="*/ 5374 w 5374"/>
                <a:gd name="p0y4" fmla="*/ 210 h 5523"/>
                <a:gd name="p0x5" fmla="*/ 5374 w 5374"/>
                <a:gd name="p0y5" fmla="*/ 5313 h 5523"/>
                <a:gd name="p0x6" fmla="*/ 5374 w 5374"/>
                <a:gd name="p0y6" fmla="*/ 5429 h 5523"/>
                <a:gd name="p0x7" fmla="*/ 5280 w 5374"/>
                <a:gd name="p0y7" fmla="*/ 5523 h 5523"/>
                <a:gd name="p0x8" fmla="*/ 5164 w 5374"/>
                <a:gd name="p0y8" fmla="*/ 5523 h 5523"/>
                <a:gd name="p0x9" fmla="*/ 210 w 5374"/>
                <a:gd name="p0y9" fmla="*/ 5523 h 5523"/>
                <a:gd name="p0x10" fmla="*/ 94 w 5374"/>
                <a:gd name="p0y10" fmla="*/ 5523 h 5523"/>
                <a:gd name="p0x11" fmla="*/ 0 w 5374"/>
                <a:gd name="p0y11" fmla="*/ 5429 h 5523"/>
                <a:gd name="p0x12" fmla="*/ 0 w 5374"/>
                <a:gd name="p0y12" fmla="*/ 5313 h 5523"/>
                <a:gd name="p0x13" fmla="*/ 0 w 5374"/>
                <a:gd name="p0y13" fmla="*/ 210 h 5523"/>
                <a:gd name="p0x14" fmla="*/ 0 w 5374"/>
                <a:gd name="p0y14" fmla="*/ 94 h 5523"/>
                <a:gd name="p0x15" fmla="*/ 94 w 5374"/>
                <a:gd name="p0y15" fmla="*/ 0 h 5523"/>
                <a:gd name="p0x16" fmla="*/ 210 w 5374"/>
                <a:gd name="p0y16" fmla="*/ 0 h 552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 w="9525" cmpd="sng">
              <a:solidFill>
                <a:schemeClr val="accent1">
                  <a:lumMod val="20732"/>
                  <a:lumOff val="79268"/>
                </a:schemeClr>
              </a:solidFill>
              <a:prstDash val="solid"/>
            </a:ln>
            <a:effectLst>
              <a:outerShdw blurRad="114300" dist="19050" dir="5399999" algn="ctr" rotWithShape="0">
                <a:srgbClr val="1A547C">
                  <a:alpha val="7843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18" name="组合 117"/>
            <p:cNvGrpSpPr/>
            <p:nvPr/>
          </p:nvGrpSpPr>
          <p:grpSpPr>
            <a:xfrm>
              <a:off x="1470" y="3660"/>
              <a:ext cx="4878" cy="674"/>
              <a:chOff x="1470" y="3660"/>
              <a:chExt cx="4878" cy="674"/>
            </a:xfrm>
          </p:grpSpPr>
          <p:sp>
            <p:nvSpPr>
              <p:cNvPr id="39" name="任意多边形 38"/>
              <p:cNvSpPr/>
              <p:nvPr>
                <p:custDataLst>
                  <p:tags r:id="rId36"/>
                </p:custDataLst>
              </p:nvPr>
            </p:nvSpPr>
            <p:spPr>
              <a:xfrm>
                <a:off x="1470" y="3660"/>
                <a:ext cx="4879" cy="675"/>
              </a:xfrm>
              <a:custGeom>
                <a:avLst/>
                <a:gdLst>
                  <a:gd name="sw" fmla="*/ 1 w 4879"/>
                  <a:gd name="sh" fmla="*/ 1 h 675"/>
                  <a:gd name="mins" fmla="min sw sh"/>
                  <a:gd name="dsw" fmla="+- 0 sw mins"/>
                  <a:gd name="dsh" fmla="+- 0 sh mins"/>
                  <a:gd name="p0x0" fmla="*/ 0 w 4879"/>
                  <a:gd name="p0y0" fmla="*/ 0 h 675"/>
                  <a:gd name="p0x1" fmla="*/ 4879 w 4879"/>
                  <a:gd name="p0y1" fmla="*/ 0 h 675"/>
                  <a:gd name="p0x2" fmla="*/ 4879 w 4879"/>
                  <a:gd name="p0y2" fmla="*/ 675 h 675"/>
                  <a:gd name="p0x3" fmla="*/ 0 w 4879"/>
                  <a:gd name="p0y3" fmla="*/ 675 h 675"/>
                  <a:gd name="p0x4" fmla="*/ 0 w 4879"/>
                  <a:gd name="p0y4" fmla="*/ 0 h 67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" name="任意多边形 39"/>
              <p:cNvSpPr/>
              <p:nvPr>
                <p:custDataLst>
                  <p:tags r:id="rId37"/>
                </p:custDataLst>
              </p:nvPr>
            </p:nvSpPr>
            <p:spPr>
              <a:xfrm>
                <a:off x="1470" y="4320"/>
                <a:ext cx="4879" cy="15"/>
              </a:xfrm>
              <a:custGeom>
                <a:avLst/>
                <a:gdLst>
                  <a:gd name="sw" fmla="*/ 1 w 4879"/>
                  <a:gd name="sh" fmla="*/ 1 h 15"/>
                  <a:gd name="mins" fmla="min sw sh"/>
                  <a:gd name="dsw" fmla="+- 0 sw mins"/>
                  <a:gd name="dsh" fmla="+- 0 sh mins"/>
                  <a:gd name="p0x0" fmla="*/ 4879 w 4879"/>
                  <a:gd name="p0y0" fmla="*/ 15 h 15"/>
                  <a:gd name="p0x1" fmla="*/ 0 w 4879"/>
                  <a:gd name="p0y1" fmla="*/ 15 h 15"/>
                  <a:gd name="p0x2" fmla="*/ 0 w 4879"/>
                  <a:gd name="p0y2" fmla="*/ 0 h 15"/>
                  <a:gd name="p0x3" fmla="*/ 4879 w 4879"/>
                  <a:gd name="p0y3" fmla="*/ 0 h 15"/>
                  <a:gd name="p0x4" fmla="*/ 4879 w 4879"/>
                  <a:gd name="p0y4" fmla="*/ 15 h 1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solidFill>
                <a:schemeClr val="accent1">
                  <a:lumMod val="20732"/>
                  <a:lumOff val="79268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42" name="任意多边形 41"/>
            <p:cNvSpPr/>
            <p:nvPr>
              <p:custDataLst>
                <p:tags r:id="rId38"/>
              </p:custDataLst>
            </p:nvPr>
          </p:nvSpPr>
          <p:spPr>
            <a:xfrm>
              <a:off x="1470" y="3660"/>
              <a:ext cx="540" cy="540"/>
            </a:xfrm>
            <a:custGeom>
              <a:avLst/>
              <a:gdLst>
                <a:gd name="sw" fmla="*/ 1 w 540"/>
                <a:gd name="sh" fmla="*/ 1 h 540"/>
                <a:gd name="mins" fmla="min sw sh"/>
                <a:gd name="dsw" fmla="+- 0 sw mins"/>
                <a:gd name="dsh" fmla="+- 0 sh mins"/>
                <a:gd name="p0x0" fmla="*/ 120 w 540"/>
                <a:gd name="p0y0" fmla="*/ 0 h 540"/>
                <a:gd name="p0x1" fmla="*/ 420 w 540"/>
                <a:gd name="p0y1" fmla="*/ 0 h 540"/>
                <a:gd name="p0x2" fmla="*/ 486 w 540"/>
                <a:gd name="p0y2" fmla="*/ 0 h 540"/>
                <a:gd name="p0x3" fmla="*/ 540 w 540"/>
                <a:gd name="p0y3" fmla="*/ 53 h 540"/>
                <a:gd name="p0x4" fmla="*/ 540 w 540"/>
                <a:gd name="p0y4" fmla="*/ 120 h 540"/>
                <a:gd name="p0x5" fmla="*/ 540 w 540"/>
                <a:gd name="p0y5" fmla="*/ 420 h 540"/>
                <a:gd name="p0x6" fmla="*/ 540 w 540"/>
                <a:gd name="p0y6" fmla="*/ 486 h 540"/>
                <a:gd name="p0x7" fmla="*/ 486 w 540"/>
                <a:gd name="p0y7" fmla="*/ 540 h 540"/>
                <a:gd name="p0x8" fmla="*/ 420 w 540"/>
                <a:gd name="p0y8" fmla="*/ 540 h 540"/>
                <a:gd name="p0x9" fmla="*/ 120 w 540"/>
                <a:gd name="p0y9" fmla="*/ 540 h 540"/>
                <a:gd name="p0x10" fmla="*/ 53 w 540"/>
                <a:gd name="p0y10" fmla="*/ 540 h 540"/>
                <a:gd name="p0x11" fmla="*/ 0 w 540"/>
                <a:gd name="p0y11" fmla="*/ 486 h 540"/>
                <a:gd name="p0x12" fmla="*/ 0 w 540"/>
                <a:gd name="p0y12" fmla="*/ 420 h 540"/>
                <a:gd name="p0x13" fmla="*/ 0 w 540"/>
                <a:gd name="p0y13" fmla="*/ 120 h 540"/>
                <a:gd name="p0x14" fmla="*/ 0 w 540"/>
                <a:gd name="p0y14" fmla="*/ 53 h 540"/>
                <a:gd name="p0x15" fmla="*/ 53 w 540"/>
                <a:gd name="p0y15" fmla="*/ 0 h 540"/>
                <a:gd name="p0x16" fmla="*/ 120 w 540"/>
                <a:gd name="p0y16" fmla="*/ 0 h 5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15548"/>
                <a:lumOff val="8445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3" name="图片 42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rcRect l="-6818" t="-6333" r="-6818" b="-6333"/>
            <a:stretch>
              <a:fillRect/>
            </a:stretch>
          </p:blipFill>
          <p:spPr>
            <a:xfrm>
              <a:off x="1552" y="3757"/>
              <a:ext cx="375" cy="338"/>
            </a:xfrm>
            <a:prstGeom prst="rect">
              <a:avLst/>
            </a:prstGeom>
          </p:spPr>
        </p:pic>
        <p:sp>
          <p:nvSpPr>
            <p:cNvPr id="45" name="文本框 44"/>
            <p:cNvSpPr txBox="1"/>
            <p:nvPr>
              <p:custDataLst>
                <p:tags r:id="rId42"/>
              </p:custDataLst>
            </p:nvPr>
          </p:nvSpPr>
          <p:spPr>
            <a:xfrm>
              <a:off x="2190" y="3681"/>
              <a:ext cx="4160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b="1" spc="36">
                  <a:solidFill>
                    <a:srgbClr val="1A4A5E"/>
                  </a:solidFill>
                  <a:cs typeface="+mn-lt"/>
                </a:rPr>
                <a:t>最高优先</a:t>
              </a:r>
              <a:endParaRPr b="1" spc="36">
                <a:solidFill>
                  <a:srgbClr val="1A4A5E"/>
                </a:solidFill>
                <a:cs typeface="+mn-lt"/>
              </a:endParaRPr>
            </a:p>
          </p:txBody>
        </p:sp>
        <p:grpSp>
          <p:nvGrpSpPr>
            <p:cNvPr id="119" name="组合 118"/>
            <p:cNvGrpSpPr/>
            <p:nvPr/>
          </p:nvGrpSpPr>
          <p:grpSpPr>
            <a:xfrm>
              <a:off x="1470" y="5107"/>
              <a:ext cx="4879" cy="1107"/>
              <a:chOff x="1470" y="5107"/>
              <a:chExt cx="4879" cy="1107"/>
            </a:xfrm>
          </p:grpSpPr>
          <p:sp>
            <p:nvSpPr>
              <p:cNvPr id="46" name="任意多边形 45"/>
              <p:cNvSpPr/>
              <p:nvPr>
                <p:custDataLst>
                  <p:tags r:id="rId43"/>
                </p:custDataLst>
              </p:nvPr>
            </p:nvSpPr>
            <p:spPr>
              <a:xfrm>
                <a:off x="1470" y="5107"/>
                <a:ext cx="4879" cy="1107"/>
              </a:xfrm>
              <a:custGeom>
                <a:avLst/>
                <a:gdLst>
                  <a:gd name="sw" fmla="*/ 1 w 4879"/>
                  <a:gd name="sh" fmla="*/ 1 h 1106"/>
                  <a:gd name="mins" fmla="min sw sh"/>
                  <a:gd name="dsw" fmla="+- 0 sw mins"/>
                  <a:gd name="dsh" fmla="+- 0 sh mins"/>
                  <a:gd name="p0x0" fmla="*/ 210 w 4879"/>
                  <a:gd name="p0y0" fmla="*/ 0 h 1106"/>
                  <a:gd name="p0x1" fmla="*/ 4669 w 4879"/>
                  <a:gd name="p0y1" fmla="*/ 0 h 1106"/>
                  <a:gd name="p0x2" fmla="*/ 4785 w 4879"/>
                  <a:gd name="p0y2" fmla="*/ 0 h 1106"/>
                  <a:gd name="p0x3" fmla="*/ 4879 w 4879"/>
                  <a:gd name="p0y3" fmla="*/ 94 h 1106"/>
                  <a:gd name="p0x4" fmla="*/ 4879 w 4879"/>
                  <a:gd name="p0y4" fmla="*/ 210 h 1106"/>
                  <a:gd name="p0x5" fmla="*/ 4879 w 4879"/>
                  <a:gd name="p0y5" fmla="*/ 896 h 1106"/>
                  <a:gd name="p0x6" fmla="*/ 4879 w 4879"/>
                  <a:gd name="p0y6" fmla="*/ 1012 h 1106"/>
                  <a:gd name="p0x7" fmla="*/ 4785 w 4879"/>
                  <a:gd name="p0y7" fmla="*/ 1106 h 1106"/>
                  <a:gd name="p0x8" fmla="*/ 4669 w 4879"/>
                  <a:gd name="p0y8" fmla="*/ 1106 h 1106"/>
                  <a:gd name="p0x9" fmla="*/ 210 w 4879"/>
                  <a:gd name="p0y9" fmla="*/ 1106 h 1106"/>
                  <a:gd name="p0x10" fmla="*/ 94 w 4879"/>
                  <a:gd name="p0y10" fmla="*/ 1106 h 1106"/>
                  <a:gd name="p0x11" fmla="*/ 0 w 4879"/>
                  <a:gd name="p0y11" fmla="*/ 1012 h 1106"/>
                  <a:gd name="p0x12" fmla="*/ 0 w 4879"/>
                  <a:gd name="p0y12" fmla="*/ 896 h 1106"/>
                  <a:gd name="p0x13" fmla="*/ 0 w 4879"/>
                  <a:gd name="p0y13" fmla="*/ 210 h 1106"/>
                  <a:gd name="p0x14" fmla="*/ 0 w 4879"/>
                  <a:gd name="p0y14" fmla="*/ 94 h 1106"/>
                  <a:gd name="p0x15" fmla="*/ 94 w 4879"/>
                  <a:gd name="p0y15" fmla="*/ 0 h 1106"/>
                  <a:gd name="p0x16" fmla="*/ 210 w 4879"/>
                  <a:gd name="p0y16" fmla="*/ 0 h 1106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bg2">
                  <a:lumMod val="53347"/>
                  <a:lumOff val="46653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" name="任意多边形 46"/>
              <p:cNvSpPr/>
              <p:nvPr>
                <p:custDataLst>
                  <p:tags r:id="rId44"/>
                </p:custDataLst>
              </p:nvPr>
            </p:nvSpPr>
            <p:spPr>
              <a:xfrm>
                <a:off x="1599" y="5107"/>
                <a:ext cx="4689" cy="73"/>
              </a:xfrm>
              <a:custGeom>
                <a:avLst/>
                <a:gdLst>
                  <a:gd name="sw" fmla="*/ 1 w 4688"/>
                  <a:gd name="sh" fmla="*/ 1 h 72"/>
                  <a:gd name="mins" fmla="min sw sh"/>
                  <a:gd name="dsw" fmla="+- 0 sw mins"/>
                  <a:gd name="dsh" fmla="+- 0 sh mins"/>
                  <a:gd name="p0x0" fmla="*/ 80 w 4688"/>
                  <a:gd name="p0y0" fmla="*/ 0 h 72"/>
                  <a:gd name="p0x1" fmla="*/ 4540 w 4688"/>
                  <a:gd name="p0y1" fmla="*/ 0 h 72"/>
                  <a:gd name="p0x2" fmla="*/ 4598 w 4688"/>
                  <a:gd name="p0y2" fmla="*/ 0 h 72"/>
                  <a:gd name="p0x3" fmla="*/ 4650 w 4688"/>
                  <a:gd name="p0y3" fmla="*/ 23 h 72"/>
                  <a:gd name="p0x4" fmla="*/ 4688 w 4688"/>
                  <a:gd name="p0y4" fmla="*/ 61 h 72"/>
                  <a:gd name="p0x5" fmla="*/ 4678 w 4688"/>
                  <a:gd name="p0y5" fmla="*/ 72 h 72"/>
                  <a:gd name="p0x6" fmla="*/ 4642 w 4688"/>
                  <a:gd name="p0y6" fmla="*/ 36 h 72"/>
                  <a:gd name="p0x7" fmla="*/ 4594 w 4688"/>
                  <a:gd name="p0y7" fmla="*/ 15 h 72"/>
                  <a:gd name="p0x8" fmla="*/ 4540 w 4688"/>
                  <a:gd name="p0y8" fmla="*/ 15 h 72"/>
                  <a:gd name="p0x9" fmla="*/ 80 w 4688"/>
                  <a:gd name="p0y9" fmla="*/ 15 h 72"/>
                  <a:gd name="p0x10" fmla="*/ 58 w 4688"/>
                  <a:gd name="p0y10" fmla="*/ 15 h 72"/>
                  <a:gd name="p0x11" fmla="*/ 36 w 4688"/>
                  <a:gd name="p0y11" fmla="*/ 20 h 72"/>
                  <a:gd name="p0x12" fmla="*/ 17 w 4688"/>
                  <a:gd name="p0y12" fmla="*/ 29 h 72"/>
                  <a:gd name="p0x13" fmla="*/ 0 w 4688"/>
                  <a:gd name="p0y13" fmla="*/ 15 h 72"/>
                  <a:gd name="p0x14" fmla="*/ 0 w 4688"/>
                  <a:gd name="p0y14" fmla="*/ 15 h 72"/>
                  <a:gd name="p0x15" fmla="*/ 24 w 4688"/>
                  <a:gd name="p0y15" fmla="*/ 5 h 72"/>
                  <a:gd name="p0x16" fmla="*/ 51 w 4688"/>
                  <a:gd name="p0y16" fmla="*/ 0 h 72"/>
                  <a:gd name="p0x17" fmla="*/ 80 w 4688"/>
                  <a:gd name="p0y17" fmla="*/ 0 h 72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lnTo>
                      <a:pt x="p0x14" y="p0y14"/>
                    </a:lnTo>
                    <a:cubicBezTo>
                      <a:pt x="p0x15" y="p0y15"/>
                      <a:pt x="p0x16" y="p0y16"/>
                      <a:pt x="p0x17" y="p0y17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任意多边形 47"/>
              <p:cNvSpPr/>
              <p:nvPr>
                <p:custDataLst>
                  <p:tags r:id="rId45"/>
                </p:custDataLst>
              </p:nvPr>
            </p:nvSpPr>
            <p:spPr>
              <a:xfrm>
                <a:off x="6277" y="5169"/>
                <a:ext cx="72" cy="984"/>
              </a:xfrm>
              <a:custGeom>
                <a:avLst/>
                <a:gdLst>
                  <a:gd name="sw" fmla="*/ 1 w 72"/>
                  <a:gd name="sh" fmla="*/ 1 h 983"/>
                  <a:gd name="mins" fmla="min sw sh"/>
                  <a:gd name="dsw" fmla="+- 0 sw mins"/>
                  <a:gd name="dsh" fmla="+- 0 sh mins"/>
                  <a:gd name="p0x0" fmla="*/ 72 w 72"/>
                  <a:gd name="p0y0" fmla="*/ 148 h 983"/>
                  <a:gd name="p0x1" fmla="*/ 72 w 72"/>
                  <a:gd name="p0y1" fmla="*/ 835 h 983"/>
                  <a:gd name="p0x2" fmla="*/ 72 w 72"/>
                  <a:gd name="p0y2" fmla="*/ 893 h 983"/>
                  <a:gd name="p0x3" fmla="*/ 48 w 72"/>
                  <a:gd name="p0y3" fmla="*/ 945 h 983"/>
                  <a:gd name="p0x4" fmla="*/ 10 w 72"/>
                  <a:gd name="p0y4" fmla="*/ 983 h 983"/>
                  <a:gd name="p0x5" fmla="*/ 0 w 72"/>
                  <a:gd name="p0y5" fmla="*/ 973 h 983"/>
                  <a:gd name="p0x6" fmla="*/ 35 w 72"/>
                  <a:gd name="p0y6" fmla="*/ 938 h 983"/>
                  <a:gd name="p0x7" fmla="*/ 57 w 72"/>
                  <a:gd name="p0y7" fmla="*/ 889 h 983"/>
                  <a:gd name="p0x8" fmla="*/ 57 w 72"/>
                  <a:gd name="p0y8" fmla="*/ 835 h 983"/>
                  <a:gd name="p0x9" fmla="*/ 57 w 72"/>
                  <a:gd name="p0y9" fmla="*/ 148 h 983"/>
                  <a:gd name="p0x10" fmla="*/ 57 w 72"/>
                  <a:gd name="p0y10" fmla="*/ 94 h 983"/>
                  <a:gd name="p0x11" fmla="*/ 35 w 72"/>
                  <a:gd name="p0y11" fmla="*/ 45 h 983"/>
                  <a:gd name="p0x12" fmla="*/ 0 w 72"/>
                  <a:gd name="p0y12" fmla="*/ 10 h 983"/>
                  <a:gd name="p0x13" fmla="*/ 10 w 72"/>
                  <a:gd name="p0y13" fmla="*/ 0 h 983"/>
                  <a:gd name="p0x14" fmla="*/ 48 w 72"/>
                  <a:gd name="p0y14" fmla="*/ 38 h 983"/>
                  <a:gd name="p0x15" fmla="*/ 72 w 72"/>
                  <a:gd name="p0y15" fmla="*/ 90 h 983"/>
                  <a:gd name="p0x16" fmla="*/ 72 w 72"/>
                  <a:gd name="p0y16" fmla="*/ 148 h 983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" name="任意多边形 48"/>
              <p:cNvSpPr/>
              <p:nvPr>
                <p:custDataLst>
                  <p:tags r:id="rId46"/>
                </p:custDataLst>
              </p:nvPr>
            </p:nvSpPr>
            <p:spPr>
              <a:xfrm>
                <a:off x="1599" y="6142"/>
                <a:ext cx="4689" cy="72"/>
              </a:xfrm>
              <a:custGeom>
                <a:avLst/>
                <a:gdLst>
                  <a:gd name="sw" fmla="*/ 1 w 4688"/>
                  <a:gd name="sh" fmla="*/ 1 h 72"/>
                  <a:gd name="mins" fmla="min sw sh"/>
                  <a:gd name="dsw" fmla="+- 0 sw mins"/>
                  <a:gd name="dsh" fmla="+- 0 sh mins"/>
                  <a:gd name="p0x0" fmla="*/ 4540 w 4688"/>
                  <a:gd name="p0y0" fmla="*/ 72 h 72"/>
                  <a:gd name="p0x1" fmla="*/ 80 w 4688"/>
                  <a:gd name="p0y1" fmla="*/ 72 h 72"/>
                  <a:gd name="p0x2" fmla="*/ 51 w 4688"/>
                  <a:gd name="p0y2" fmla="*/ 72 h 72"/>
                  <a:gd name="p0x3" fmla="*/ 24 w 4688"/>
                  <a:gd name="p0y3" fmla="*/ 66 h 72"/>
                  <a:gd name="p0x4" fmla="*/ 0 w 4688"/>
                  <a:gd name="p0y4" fmla="*/ 56 h 72"/>
                  <a:gd name="p0x5" fmla="*/ 17 w 4688"/>
                  <a:gd name="p0y5" fmla="*/ 42 h 72"/>
                  <a:gd name="p0x6" fmla="*/ 17 w 4688"/>
                  <a:gd name="p0y6" fmla="*/ 42 h 72"/>
                  <a:gd name="p0x7" fmla="*/ 36 w 4688"/>
                  <a:gd name="p0y7" fmla="*/ 51 h 72"/>
                  <a:gd name="p0x8" fmla="*/ 58 w 4688"/>
                  <a:gd name="p0y8" fmla="*/ 57 h 72"/>
                  <a:gd name="p0x9" fmla="*/ 80 w 4688"/>
                  <a:gd name="p0y9" fmla="*/ 57 h 72"/>
                  <a:gd name="p0x10" fmla="*/ 4540 w 4688"/>
                  <a:gd name="p0y10" fmla="*/ 57 h 72"/>
                  <a:gd name="p0x11" fmla="*/ 4594 w 4688"/>
                  <a:gd name="p0y11" fmla="*/ 57 h 72"/>
                  <a:gd name="p0x12" fmla="*/ 4642 w 4688"/>
                  <a:gd name="p0y12" fmla="*/ 35 h 72"/>
                  <a:gd name="p0x13" fmla="*/ 4678 w 4688"/>
                  <a:gd name="p0y13" fmla="*/ 0 h 72"/>
                  <a:gd name="p0x14" fmla="*/ 4688 w 4688"/>
                  <a:gd name="p0y14" fmla="*/ 10 h 72"/>
                  <a:gd name="p0x15" fmla="*/ 4650 w 4688"/>
                  <a:gd name="p0y15" fmla="*/ 48 h 72"/>
                  <a:gd name="p0x16" fmla="*/ 4598 w 4688"/>
                  <a:gd name="p0y16" fmla="*/ 72 h 72"/>
                  <a:gd name="p0x17" fmla="*/ 4540 w 4688"/>
                  <a:gd name="p0y17" fmla="*/ 72 h 72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lnTo>
                      <a:pt x="p0x6" y="p0y6"/>
                    </a:lnTo>
                    <a:cubicBezTo>
                      <a:pt x="p0x7" y="p0y7"/>
                      <a:pt x="p0x8" y="p0y8"/>
                      <a:pt x="p0x9" y="p0y9"/>
                    </a:cubicBezTo>
                    <a:lnTo>
                      <a:pt x="p0x10" y="p0y10"/>
                    </a:lnTo>
                    <a:cubicBezTo>
                      <a:pt x="p0x11" y="p0y11"/>
                      <a:pt x="p0x12" y="p0y12"/>
                      <a:pt x="p0x13" y="p0y13"/>
                    </a:cubicBezTo>
                    <a:lnTo>
                      <a:pt x="p0x14" y="p0y14"/>
                    </a:lnTo>
                    <a:cubicBezTo>
                      <a:pt x="p0x15" y="p0y15"/>
                      <a:pt x="p0x16" y="p0y16"/>
                      <a:pt x="p0x17" y="p0y17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任意多边形 49"/>
              <p:cNvSpPr/>
              <p:nvPr>
                <p:custDataLst>
                  <p:tags r:id="rId47"/>
                </p:custDataLst>
              </p:nvPr>
            </p:nvSpPr>
            <p:spPr>
              <a:xfrm>
                <a:off x="1470" y="5123"/>
                <a:ext cx="146" cy="1075"/>
              </a:xfrm>
              <a:custGeom>
                <a:avLst/>
                <a:gdLst>
                  <a:gd name="sw" fmla="*/ 1 w 146"/>
                  <a:gd name="sh" fmla="*/ 1 h 1075"/>
                  <a:gd name="mins" fmla="min sw sh"/>
                  <a:gd name="dsw" fmla="+- 0 sw mins"/>
                  <a:gd name="dsh" fmla="+- 0 sh mins"/>
                  <a:gd name="p0x0" fmla="*/ 0 w 146"/>
                  <a:gd name="p0y0" fmla="*/ 880 h 1075"/>
                  <a:gd name="p0x1" fmla="*/ 0 w 146"/>
                  <a:gd name="p0y1" fmla="*/ 194 h 1075"/>
                  <a:gd name="p0x2" fmla="*/ 0 w 146"/>
                  <a:gd name="p0y2" fmla="*/ 106 h 1075"/>
                  <a:gd name="p0x3" fmla="*/ 53 w 146"/>
                  <a:gd name="p0y3" fmla="*/ 31 h 1075"/>
                  <a:gd name="p0x4" fmla="*/ 129 w 146"/>
                  <a:gd name="p0y4" fmla="*/ 0 h 1075"/>
                  <a:gd name="p0x5" fmla="*/ 146 w 146"/>
                  <a:gd name="p0y5" fmla="*/ 13 h 1075"/>
                  <a:gd name="p0x6" fmla="*/ 146 w 146"/>
                  <a:gd name="p0y6" fmla="*/ 13 h 1075"/>
                  <a:gd name="p0x7" fmla="*/ 87 w 146"/>
                  <a:gd name="p0y7" fmla="*/ 43 h 1075"/>
                  <a:gd name="p0x8" fmla="*/ 45 w 146"/>
                  <a:gd name="p0y8" fmla="*/ 112 h 1075"/>
                  <a:gd name="p0x9" fmla="*/ 45 w 146"/>
                  <a:gd name="p0y9" fmla="*/ 194 h 1075"/>
                  <a:gd name="p0x10" fmla="*/ 45 w 146"/>
                  <a:gd name="p0y10" fmla="*/ 880 h 1075"/>
                  <a:gd name="p0x11" fmla="*/ 45 w 146"/>
                  <a:gd name="p0y11" fmla="*/ 962 h 1075"/>
                  <a:gd name="p0x12" fmla="*/ 87 w 146"/>
                  <a:gd name="p0y12" fmla="*/ 1031 h 1075"/>
                  <a:gd name="p0x13" fmla="*/ 146 w 146"/>
                  <a:gd name="p0y13" fmla="*/ 1061 h 1075"/>
                  <a:gd name="p0x14" fmla="*/ 129 w 146"/>
                  <a:gd name="p0y14" fmla="*/ 1075 h 1075"/>
                  <a:gd name="p0x15" fmla="*/ 129 w 146"/>
                  <a:gd name="p0y15" fmla="*/ 1075 h 1075"/>
                  <a:gd name="p0x16" fmla="*/ 53 w 146"/>
                  <a:gd name="p0y16" fmla="*/ 1043 h 1075"/>
                  <a:gd name="p0x17" fmla="*/ 0 w 146"/>
                  <a:gd name="p0y17" fmla="*/ 968 h 1075"/>
                  <a:gd name="p0x18" fmla="*/ 0 w 146"/>
                  <a:gd name="p0y18" fmla="*/ 880 h 107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lnTo>
                      <a:pt x="p0x6" y="p0y6"/>
                    </a:lnTo>
                    <a:cubicBezTo>
                      <a:pt x="p0x7" y="p0y7"/>
                      <a:pt x="p0x8" y="p0y8"/>
                      <a:pt x="p0x9" y="p0y9"/>
                    </a:cubicBezTo>
                    <a:lnTo>
                      <a:pt x="p0x10" y="p0y10"/>
                    </a:lnTo>
                    <a:cubicBezTo>
                      <a:pt x="p0x11" y="p0y11"/>
                      <a:pt x="p0x12" y="p0y12"/>
                      <a:pt x="p0x13" y="p0y13"/>
                    </a:cubicBezTo>
                    <a:lnTo>
                      <a:pt x="p0x14" y="p0y14"/>
                    </a:lnTo>
                    <a:lnTo>
                      <a:pt x="p0x15" y="p0y15"/>
                    </a:lnTo>
                    <a:cubicBezTo>
                      <a:pt x="p0x16" y="p0y16"/>
                      <a:pt x="p0x17" y="p0y17"/>
                      <a:pt x="p0x18" y="p0y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52" name="文本框 51"/>
            <p:cNvSpPr txBox="1"/>
            <p:nvPr>
              <p:custDataLst>
                <p:tags r:id="rId48"/>
              </p:custDataLst>
            </p:nvPr>
          </p:nvSpPr>
          <p:spPr>
            <a:xfrm>
              <a:off x="1695" y="5220"/>
              <a:ext cx="446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 b="1">
                  <a:solidFill>
                    <a:schemeClr val="tx2"/>
                  </a:solidFill>
                  <a:cs typeface="+mn-lt"/>
                </a:rPr>
                <a:t>任务可见级</a:t>
              </a:r>
              <a:endParaRPr sz="1500" b="1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49"/>
              </p:custDataLst>
            </p:nvPr>
          </p:nvSpPr>
          <p:spPr>
            <a:xfrm>
              <a:off x="1695" y="5624"/>
              <a:ext cx="446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350">
                  <a:solidFill>
                    <a:srgbClr val="3D6B7E"/>
                  </a:solidFill>
                  <a:cs typeface="+mn-lt"/>
                </a:rPr>
                <a:t>敏感课题可控制公开范围</a:t>
              </a:r>
              <a:endParaRPr sz="1350">
                <a:solidFill>
                  <a:srgbClr val="3D6B7E"/>
                </a:solidFill>
                <a:cs typeface="+mn-lt"/>
              </a:endParaRPr>
            </a:p>
          </p:txBody>
        </p:sp>
        <p:grpSp>
          <p:nvGrpSpPr>
            <p:cNvPr id="120" name="组合 119"/>
            <p:cNvGrpSpPr/>
            <p:nvPr/>
          </p:nvGrpSpPr>
          <p:grpSpPr>
            <a:xfrm>
              <a:off x="1470" y="6987"/>
              <a:ext cx="4879" cy="1107"/>
              <a:chOff x="1470" y="6987"/>
              <a:chExt cx="4879" cy="1107"/>
            </a:xfrm>
          </p:grpSpPr>
          <p:sp>
            <p:nvSpPr>
              <p:cNvPr id="54" name="任意多边形 53"/>
              <p:cNvSpPr/>
              <p:nvPr>
                <p:custDataLst>
                  <p:tags r:id="rId50"/>
                </p:custDataLst>
              </p:nvPr>
            </p:nvSpPr>
            <p:spPr>
              <a:xfrm>
                <a:off x="1470" y="6987"/>
                <a:ext cx="4879" cy="1107"/>
              </a:xfrm>
              <a:custGeom>
                <a:avLst/>
                <a:gdLst>
                  <a:gd name="sw" fmla="*/ 1 w 4879"/>
                  <a:gd name="sh" fmla="*/ 1 h 1106"/>
                  <a:gd name="mins" fmla="min sw sh"/>
                  <a:gd name="dsw" fmla="+- 0 sw mins"/>
                  <a:gd name="dsh" fmla="+- 0 sh mins"/>
                  <a:gd name="p0x0" fmla="*/ 210 w 4879"/>
                  <a:gd name="p0y0" fmla="*/ 0 h 1106"/>
                  <a:gd name="p0x1" fmla="*/ 4669 w 4879"/>
                  <a:gd name="p0y1" fmla="*/ 0 h 1106"/>
                  <a:gd name="p0x2" fmla="*/ 4785 w 4879"/>
                  <a:gd name="p0y2" fmla="*/ 0 h 1106"/>
                  <a:gd name="p0x3" fmla="*/ 4879 w 4879"/>
                  <a:gd name="p0y3" fmla="*/ 94 h 1106"/>
                  <a:gd name="p0x4" fmla="*/ 4879 w 4879"/>
                  <a:gd name="p0y4" fmla="*/ 210 h 1106"/>
                  <a:gd name="p0x5" fmla="*/ 4879 w 4879"/>
                  <a:gd name="p0y5" fmla="*/ 896 h 1106"/>
                  <a:gd name="p0x6" fmla="*/ 4879 w 4879"/>
                  <a:gd name="p0y6" fmla="*/ 1012 h 1106"/>
                  <a:gd name="p0x7" fmla="*/ 4785 w 4879"/>
                  <a:gd name="p0y7" fmla="*/ 1106 h 1106"/>
                  <a:gd name="p0x8" fmla="*/ 4669 w 4879"/>
                  <a:gd name="p0y8" fmla="*/ 1106 h 1106"/>
                  <a:gd name="p0x9" fmla="*/ 210 w 4879"/>
                  <a:gd name="p0y9" fmla="*/ 1106 h 1106"/>
                  <a:gd name="p0x10" fmla="*/ 94 w 4879"/>
                  <a:gd name="p0y10" fmla="*/ 1106 h 1106"/>
                  <a:gd name="p0x11" fmla="*/ 0 w 4879"/>
                  <a:gd name="p0y11" fmla="*/ 1012 h 1106"/>
                  <a:gd name="p0x12" fmla="*/ 0 w 4879"/>
                  <a:gd name="p0y12" fmla="*/ 896 h 1106"/>
                  <a:gd name="p0x13" fmla="*/ 0 w 4879"/>
                  <a:gd name="p0y13" fmla="*/ 210 h 1106"/>
                  <a:gd name="p0x14" fmla="*/ 0 w 4879"/>
                  <a:gd name="p0y14" fmla="*/ 94 h 1106"/>
                  <a:gd name="p0x15" fmla="*/ 94 w 4879"/>
                  <a:gd name="p0y15" fmla="*/ 0 h 1106"/>
                  <a:gd name="p0x16" fmla="*/ 210 w 4879"/>
                  <a:gd name="p0y16" fmla="*/ 0 h 1106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bg2">
                  <a:lumMod val="53347"/>
                  <a:lumOff val="46653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" name="任意多边形 54"/>
              <p:cNvSpPr/>
              <p:nvPr>
                <p:custDataLst>
                  <p:tags r:id="rId51"/>
                </p:custDataLst>
              </p:nvPr>
            </p:nvSpPr>
            <p:spPr>
              <a:xfrm>
                <a:off x="1599" y="6987"/>
                <a:ext cx="4689" cy="72"/>
              </a:xfrm>
              <a:custGeom>
                <a:avLst/>
                <a:gdLst>
                  <a:gd name="sw" fmla="*/ 1 w 4688"/>
                  <a:gd name="sh" fmla="*/ 1 h 72"/>
                  <a:gd name="mins" fmla="min sw sh"/>
                  <a:gd name="dsw" fmla="+- 0 sw mins"/>
                  <a:gd name="dsh" fmla="+- 0 sh mins"/>
                  <a:gd name="p0x0" fmla="*/ 80 w 4688"/>
                  <a:gd name="p0y0" fmla="*/ 0 h 72"/>
                  <a:gd name="p0x1" fmla="*/ 4540 w 4688"/>
                  <a:gd name="p0y1" fmla="*/ 0 h 72"/>
                  <a:gd name="p0x2" fmla="*/ 4598 w 4688"/>
                  <a:gd name="p0y2" fmla="*/ 0 h 72"/>
                  <a:gd name="p0x3" fmla="*/ 4650 w 4688"/>
                  <a:gd name="p0y3" fmla="*/ 23 h 72"/>
                  <a:gd name="p0x4" fmla="*/ 4688 w 4688"/>
                  <a:gd name="p0y4" fmla="*/ 61 h 72"/>
                  <a:gd name="p0x5" fmla="*/ 4678 w 4688"/>
                  <a:gd name="p0y5" fmla="*/ 72 h 72"/>
                  <a:gd name="p0x6" fmla="*/ 4642 w 4688"/>
                  <a:gd name="p0y6" fmla="*/ 36 h 72"/>
                  <a:gd name="p0x7" fmla="*/ 4594 w 4688"/>
                  <a:gd name="p0y7" fmla="*/ 15 h 72"/>
                  <a:gd name="p0x8" fmla="*/ 4540 w 4688"/>
                  <a:gd name="p0y8" fmla="*/ 15 h 72"/>
                  <a:gd name="p0x9" fmla="*/ 80 w 4688"/>
                  <a:gd name="p0y9" fmla="*/ 15 h 72"/>
                  <a:gd name="p0x10" fmla="*/ 58 w 4688"/>
                  <a:gd name="p0y10" fmla="*/ 15 h 72"/>
                  <a:gd name="p0x11" fmla="*/ 36 w 4688"/>
                  <a:gd name="p0y11" fmla="*/ 20 h 72"/>
                  <a:gd name="p0x12" fmla="*/ 17 w 4688"/>
                  <a:gd name="p0y12" fmla="*/ 29 h 72"/>
                  <a:gd name="p0x13" fmla="*/ 0 w 4688"/>
                  <a:gd name="p0y13" fmla="*/ 15 h 72"/>
                  <a:gd name="p0x14" fmla="*/ 0 w 4688"/>
                  <a:gd name="p0y14" fmla="*/ 15 h 72"/>
                  <a:gd name="p0x15" fmla="*/ 24 w 4688"/>
                  <a:gd name="p0y15" fmla="*/ 5 h 72"/>
                  <a:gd name="p0x16" fmla="*/ 51 w 4688"/>
                  <a:gd name="p0y16" fmla="*/ 0 h 72"/>
                  <a:gd name="p0x17" fmla="*/ 80 w 4688"/>
                  <a:gd name="p0y17" fmla="*/ 0 h 72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lnTo>
                      <a:pt x="p0x14" y="p0y14"/>
                    </a:lnTo>
                    <a:cubicBezTo>
                      <a:pt x="p0x15" y="p0y15"/>
                      <a:pt x="p0x16" y="p0y16"/>
                      <a:pt x="p0x17" y="p0y17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任意多边形 55"/>
              <p:cNvSpPr/>
              <p:nvPr>
                <p:custDataLst>
                  <p:tags r:id="rId52"/>
                </p:custDataLst>
              </p:nvPr>
            </p:nvSpPr>
            <p:spPr>
              <a:xfrm>
                <a:off x="6277" y="7049"/>
                <a:ext cx="72" cy="984"/>
              </a:xfrm>
              <a:custGeom>
                <a:avLst/>
                <a:gdLst>
                  <a:gd name="sw" fmla="*/ 1 w 72"/>
                  <a:gd name="sh" fmla="*/ 1 h 983"/>
                  <a:gd name="mins" fmla="min sw sh"/>
                  <a:gd name="dsw" fmla="+- 0 sw mins"/>
                  <a:gd name="dsh" fmla="+- 0 sh mins"/>
                  <a:gd name="p0x0" fmla="*/ 72 w 72"/>
                  <a:gd name="p0y0" fmla="*/ 148 h 983"/>
                  <a:gd name="p0x1" fmla="*/ 72 w 72"/>
                  <a:gd name="p0y1" fmla="*/ 835 h 983"/>
                  <a:gd name="p0x2" fmla="*/ 72 w 72"/>
                  <a:gd name="p0y2" fmla="*/ 893 h 983"/>
                  <a:gd name="p0x3" fmla="*/ 48 w 72"/>
                  <a:gd name="p0y3" fmla="*/ 945 h 983"/>
                  <a:gd name="p0x4" fmla="*/ 10 w 72"/>
                  <a:gd name="p0y4" fmla="*/ 983 h 983"/>
                  <a:gd name="p0x5" fmla="*/ 0 w 72"/>
                  <a:gd name="p0y5" fmla="*/ 973 h 983"/>
                  <a:gd name="p0x6" fmla="*/ 35 w 72"/>
                  <a:gd name="p0y6" fmla="*/ 938 h 983"/>
                  <a:gd name="p0x7" fmla="*/ 57 w 72"/>
                  <a:gd name="p0y7" fmla="*/ 889 h 983"/>
                  <a:gd name="p0x8" fmla="*/ 57 w 72"/>
                  <a:gd name="p0y8" fmla="*/ 835 h 983"/>
                  <a:gd name="p0x9" fmla="*/ 57 w 72"/>
                  <a:gd name="p0y9" fmla="*/ 148 h 983"/>
                  <a:gd name="p0x10" fmla="*/ 57 w 72"/>
                  <a:gd name="p0y10" fmla="*/ 94 h 983"/>
                  <a:gd name="p0x11" fmla="*/ 35 w 72"/>
                  <a:gd name="p0y11" fmla="*/ 45 h 983"/>
                  <a:gd name="p0x12" fmla="*/ 0 w 72"/>
                  <a:gd name="p0y12" fmla="*/ 10 h 983"/>
                  <a:gd name="p0x13" fmla="*/ 10 w 72"/>
                  <a:gd name="p0y13" fmla="*/ 0 h 983"/>
                  <a:gd name="p0x14" fmla="*/ 48 w 72"/>
                  <a:gd name="p0y14" fmla="*/ 38 h 983"/>
                  <a:gd name="p0x15" fmla="*/ 72 w 72"/>
                  <a:gd name="p0y15" fmla="*/ 90 h 983"/>
                  <a:gd name="p0x16" fmla="*/ 72 w 72"/>
                  <a:gd name="p0y16" fmla="*/ 148 h 983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" name="任意多边形 56"/>
              <p:cNvSpPr/>
              <p:nvPr>
                <p:custDataLst>
                  <p:tags r:id="rId53"/>
                </p:custDataLst>
              </p:nvPr>
            </p:nvSpPr>
            <p:spPr>
              <a:xfrm>
                <a:off x="1599" y="8022"/>
                <a:ext cx="4689" cy="72"/>
              </a:xfrm>
              <a:custGeom>
                <a:avLst/>
                <a:gdLst>
                  <a:gd name="sw" fmla="*/ 1 w 4688"/>
                  <a:gd name="sh" fmla="*/ 1 h 72"/>
                  <a:gd name="mins" fmla="min sw sh"/>
                  <a:gd name="dsw" fmla="+- 0 sw mins"/>
                  <a:gd name="dsh" fmla="+- 0 sh mins"/>
                  <a:gd name="p0x0" fmla="*/ 4540 w 4688"/>
                  <a:gd name="p0y0" fmla="*/ 72 h 72"/>
                  <a:gd name="p0x1" fmla="*/ 80 w 4688"/>
                  <a:gd name="p0y1" fmla="*/ 72 h 72"/>
                  <a:gd name="p0x2" fmla="*/ 51 w 4688"/>
                  <a:gd name="p0y2" fmla="*/ 72 h 72"/>
                  <a:gd name="p0x3" fmla="*/ 24 w 4688"/>
                  <a:gd name="p0y3" fmla="*/ 66 h 72"/>
                  <a:gd name="p0x4" fmla="*/ 0 w 4688"/>
                  <a:gd name="p0y4" fmla="*/ 56 h 72"/>
                  <a:gd name="p0x5" fmla="*/ 17 w 4688"/>
                  <a:gd name="p0y5" fmla="*/ 42 h 72"/>
                  <a:gd name="p0x6" fmla="*/ 17 w 4688"/>
                  <a:gd name="p0y6" fmla="*/ 42 h 72"/>
                  <a:gd name="p0x7" fmla="*/ 36 w 4688"/>
                  <a:gd name="p0y7" fmla="*/ 51 h 72"/>
                  <a:gd name="p0x8" fmla="*/ 58 w 4688"/>
                  <a:gd name="p0y8" fmla="*/ 57 h 72"/>
                  <a:gd name="p0x9" fmla="*/ 80 w 4688"/>
                  <a:gd name="p0y9" fmla="*/ 57 h 72"/>
                  <a:gd name="p0x10" fmla="*/ 4540 w 4688"/>
                  <a:gd name="p0y10" fmla="*/ 57 h 72"/>
                  <a:gd name="p0x11" fmla="*/ 4594 w 4688"/>
                  <a:gd name="p0y11" fmla="*/ 57 h 72"/>
                  <a:gd name="p0x12" fmla="*/ 4642 w 4688"/>
                  <a:gd name="p0y12" fmla="*/ 35 h 72"/>
                  <a:gd name="p0x13" fmla="*/ 4678 w 4688"/>
                  <a:gd name="p0y13" fmla="*/ 0 h 72"/>
                  <a:gd name="p0x14" fmla="*/ 4688 w 4688"/>
                  <a:gd name="p0y14" fmla="*/ 10 h 72"/>
                  <a:gd name="p0x15" fmla="*/ 4650 w 4688"/>
                  <a:gd name="p0y15" fmla="*/ 48 h 72"/>
                  <a:gd name="p0x16" fmla="*/ 4598 w 4688"/>
                  <a:gd name="p0y16" fmla="*/ 72 h 72"/>
                  <a:gd name="p0x17" fmla="*/ 4540 w 4688"/>
                  <a:gd name="p0y17" fmla="*/ 72 h 72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lnTo>
                      <a:pt x="p0x6" y="p0y6"/>
                    </a:lnTo>
                    <a:cubicBezTo>
                      <a:pt x="p0x7" y="p0y7"/>
                      <a:pt x="p0x8" y="p0y8"/>
                      <a:pt x="p0x9" y="p0y9"/>
                    </a:cubicBezTo>
                    <a:lnTo>
                      <a:pt x="p0x10" y="p0y10"/>
                    </a:lnTo>
                    <a:cubicBezTo>
                      <a:pt x="p0x11" y="p0y11"/>
                      <a:pt x="p0x12" y="p0y12"/>
                      <a:pt x="p0x13" y="p0y13"/>
                    </a:cubicBezTo>
                    <a:lnTo>
                      <a:pt x="p0x14" y="p0y14"/>
                    </a:lnTo>
                    <a:cubicBezTo>
                      <a:pt x="p0x15" y="p0y15"/>
                      <a:pt x="p0x16" y="p0y16"/>
                      <a:pt x="p0x17" y="p0y17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" name="任意多边形 57"/>
              <p:cNvSpPr/>
              <p:nvPr>
                <p:custDataLst>
                  <p:tags r:id="rId54"/>
                </p:custDataLst>
              </p:nvPr>
            </p:nvSpPr>
            <p:spPr>
              <a:xfrm>
                <a:off x="1470" y="7003"/>
                <a:ext cx="146" cy="1075"/>
              </a:xfrm>
              <a:custGeom>
                <a:avLst/>
                <a:gdLst>
                  <a:gd name="sw" fmla="*/ 1 w 146"/>
                  <a:gd name="sh" fmla="*/ 1 h 1075"/>
                  <a:gd name="mins" fmla="min sw sh"/>
                  <a:gd name="dsw" fmla="+- 0 sw mins"/>
                  <a:gd name="dsh" fmla="+- 0 sh mins"/>
                  <a:gd name="p0x0" fmla="*/ 0 w 146"/>
                  <a:gd name="p0y0" fmla="*/ 880 h 1075"/>
                  <a:gd name="p0x1" fmla="*/ 0 w 146"/>
                  <a:gd name="p0y1" fmla="*/ 194 h 1075"/>
                  <a:gd name="p0x2" fmla="*/ 0 w 146"/>
                  <a:gd name="p0y2" fmla="*/ 106 h 1075"/>
                  <a:gd name="p0x3" fmla="*/ 53 w 146"/>
                  <a:gd name="p0y3" fmla="*/ 31 h 1075"/>
                  <a:gd name="p0x4" fmla="*/ 129 w 146"/>
                  <a:gd name="p0y4" fmla="*/ 0 h 1075"/>
                  <a:gd name="p0x5" fmla="*/ 146 w 146"/>
                  <a:gd name="p0y5" fmla="*/ 13 h 1075"/>
                  <a:gd name="p0x6" fmla="*/ 146 w 146"/>
                  <a:gd name="p0y6" fmla="*/ 13 h 1075"/>
                  <a:gd name="p0x7" fmla="*/ 87 w 146"/>
                  <a:gd name="p0y7" fmla="*/ 43 h 1075"/>
                  <a:gd name="p0x8" fmla="*/ 45 w 146"/>
                  <a:gd name="p0y8" fmla="*/ 112 h 1075"/>
                  <a:gd name="p0x9" fmla="*/ 45 w 146"/>
                  <a:gd name="p0y9" fmla="*/ 194 h 1075"/>
                  <a:gd name="p0x10" fmla="*/ 45 w 146"/>
                  <a:gd name="p0y10" fmla="*/ 880 h 1075"/>
                  <a:gd name="p0x11" fmla="*/ 45 w 146"/>
                  <a:gd name="p0y11" fmla="*/ 962 h 1075"/>
                  <a:gd name="p0x12" fmla="*/ 87 w 146"/>
                  <a:gd name="p0y12" fmla="*/ 1031 h 1075"/>
                  <a:gd name="p0x13" fmla="*/ 146 w 146"/>
                  <a:gd name="p0y13" fmla="*/ 1061 h 1075"/>
                  <a:gd name="p0x14" fmla="*/ 129 w 146"/>
                  <a:gd name="p0y14" fmla="*/ 1075 h 1075"/>
                  <a:gd name="p0x15" fmla="*/ 129 w 146"/>
                  <a:gd name="p0y15" fmla="*/ 1075 h 1075"/>
                  <a:gd name="p0x16" fmla="*/ 53 w 146"/>
                  <a:gd name="p0y16" fmla="*/ 1043 h 1075"/>
                  <a:gd name="p0x17" fmla="*/ 0 w 146"/>
                  <a:gd name="p0y17" fmla="*/ 968 h 1075"/>
                  <a:gd name="p0x18" fmla="*/ 0 w 146"/>
                  <a:gd name="p0y18" fmla="*/ 880 h 107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lnTo>
                      <a:pt x="p0x6" y="p0y6"/>
                    </a:lnTo>
                    <a:cubicBezTo>
                      <a:pt x="p0x7" y="p0y7"/>
                      <a:pt x="p0x8" y="p0y8"/>
                      <a:pt x="p0x9" y="p0y9"/>
                    </a:cubicBezTo>
                    <a:lnTo>
                      <a:pt x="p0x10" y="p0y10"/>
                    </a:lnTo>
                    <a:cubicBezTo>
                      <a:pt x="p0x11" y="p0y11"/>
                      <a:pt x="p0x12" y="p0y12"/>
                      <a:pt x="p0x13" y="p0y13"/>
                    </a:cubicBezTo>
                    <a:lnTo>
                      <a:pt x="p0x14" y="p0y14"/>
                    </a:lnTo>
                    <a:lnTo>
                      <a:pt x="p0x15" y="p0y15"/>
                    </a:lnTo>
                    <a:cubicBezTo>
                      <a:pt x="p0x16" y="p0y16"/>
                      <a:pt x="p0x17" y="p0y17"/>
                      <a:pt x="p0x18" y="p0y1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60" name="文本框 59"/>
            <p:cNvSpPr txBox="1"/>
            <p:nvPr>
              <p:custDataLst>
                <p:tags r:id="rId55"/>
              </p:custDataLst>
            </p:nvPr>
          </p:nvSpPr>
          <p:spPr>
            <a:xfrm>
              <a:off x="1695" y="7100"/>
              <a:ext cx="446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 b="1">
                  <a:solidFill>
                    <a:schemeClr val="tx2"/>
                  </a:solidFill>
                  <a:cs typeface="+mn-lt"/>
                </a:rPr>
                <a:t>「我的任务」工作台</a:t>
              </a:r>
              <a:endParaRPr sz="1500" b="1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56"/>
              </p:custDataLst>
            </p:nvPr>
          </p:nvSpPr>
          <p:spPr>
            <a:xfrm>
              <a:off x="1695" y="7504"/>
              <a:ext cx="446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zh-CN" sz="1350">
                  <a:solidFill>
                    <a:srgbClr val="3D6B7E"/>
                  </a:solidFill>
                  <a:cs typeface="+mn-lt"/>
                </a:rPr>
                <a:t>聚焦自身工作内容及</a:t>
              </a:r>
              <a:r>
                <a:rPr lang="zh-CN" sz="1350">
                  <a:solidFill>
                    <a:srgbClr val="3D6B7E"/>
                  </a:solidFill>
                  <a:cs typeface="+mn-lt"/>
                </a:rPr>
                <a:t>完成情况</a:t>
              </a:r>
              <a:endParaRPr lang="zh-CN" sz="1350">
                <a:solidFill>
                  <a:srgbClr val="3D6B7E"/>
                </a:solidFill>
                <a:cs typeface="+mn-lt"/>
              </a:endParaRPr>
            </a:p>
          </p:txBody>
        </p:sp>
        <p:sp>
          <p:nvSpPr>
            <p:cNvPr id="62" name="任意多边形 61"/>
            <p:cNvSpPr/>
            <p:nvPr>
              <p:custDataLst>
                <p:tags r:id="rId57"/>
              </p:custDataLst>
            </p:nvPr>
          </p:nvSpPr>
          <p:spPr>
            <a:xfrm>
              <a:off x="6912" y="3412"/>
              <a:ext cx="5375" cy="5523"/>
            </a:xfrm>
            <a:custGeom>
              <a:avLst/>
              <a:gdLst>
                <a:gd name="sw" fmla="*/ 1 w 5375"/>
                <a:gd name="sh" fmla="*/ 1 h 5523"/>
                <a:gd name="mins" fmla="min sw sh"/>
                <a:gd name="dsw" fmla="+- 0 sw mins"/>
                <a:gd name="dsh" fmla="+- 0 sh mins"/>
                <a:gd name="p0x0" fmla="*/ 210 w 5375"/>
                <a:gd name="p0y0" fmla="*/ 0 h 5523"/>
                <a:gd name="p0x1" fmla="*/ 5165 w 5375"/>
                <a:gd name="p0y1" fmla="*/ 0 h 5523"/>
                <a:gd name="p0x2" fmla="*/ 5281 w 5375"/>
                <a:gd name="p0y2" fmla="*/ 0 h 5523"/>
                <a:gd name="p0x3" fmla="*/ 5375 w 5375"/>
                <a:gd name="p0y3" fmla="*/ 94 h 5523"/>
                <a:gd name="p0x4" fmla="*/ 5375 w 5375"/>
                <a:gd name="p0y4" fmla="*/ 210 h 5523"/>
                <a:gd name="p0x5" fmla="*/ 5375 w 5375"/>
                <a:gd name="p0y5" fmla="*/ 5313 h 5523"/>
                <a:gd name="p0x6" fmla="*/ 5375 w 5375"/>
                <a:gd name="p0y6" fmla="*/ 5429 h 5523"/>
                <a:gd name="p0x7" fmla="*/ 5281 w 5375"/>
                <a:gd name="p0y7" fmla="*/ 5523 h 5523"/>
                <a:gd name="p0x8" fmla="*/ 5165 w 5375"/>
                <a:gd name="p0y8" fmla="*/ 5523 h 5523"/>
                <a:gd name="p0x9" fmla="*/ 210 w 5375"/>
                <a:gd name="p0y9" fmla="*/ 5523 h 5523"/>
                <a:gd name="p0x10" fmla="*/ 94 w 5375"/>
                <a:gd name="p0y10" fmla="*/ 5523 h 5523"/>
                <a:gd name="p0x11" fmla="*/ 0 w 5375"/>
                <a:gd name="p0y11" fmla="*/ 5429 h 5523"/>
                <a:gd name="p0x12" fmla="*/ 0 w 5375"/>
                <a:gd name="p0y12" fmla="*/ 5313 h 5523"/>
                <a:gd name="p0x13" fmla="*/ 0 w 5375"/>
                <a:gd name="p0y13" fmla="*/ 210 h 5523"/>
                <a:gd name="p0x14" fmla="*/ 0 w 5375"/>
                <a:gd name="p0y14" fmla="*/ 94 h 5523"/>
                <a:gd name="p0x15" fmla="*/ 94 w 5375"/>
                <a:gd name="p0y15" fmla="*/ 0 h 5523"/>
                <a:gd name="p0x16" fmla="*/ 210 w 5375"/>
                <a:gd name="p0y16" fmla="*/ 0 h 552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 w="9525" cmpd="sng">
              <a:solidFill>
                <a:schemeClr val="accent1">
                  <a:lumMod val="20732"/>
                  <a:lumOff val="79268"/>
                </a:schemeClr>
              </a:solidFill>
              <a:prstDash val="solid"/>
            </a:ln>
            <a:effectLst>
              <a:outerShdw blurRad="114300" dist="19050" dir="5399999" algn="ctr" rotWithShape="0">
                <a:srgbClr val="1A547C">
                  <a:alpha val="7843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21" name="组合 120"/>
            <p:cNvGrpSpPr/>
            <p:nvPr/>
          </p:nvGrpSpPr>
          <p:grpSpPr>
            <a:xfrm>
              <a:off x="7159" y="3660"/>
              <a:ext cx="4880" cy="674"/>
              <a:chOff x="7159" y="3660"/>
              <a:chExt cx="4880" cy="674"/>
            </a:xfrm>
          </p:grpSpPr>
          <p:sp>
            <p:nvSpPr>
              <p:cNvPr id="63" name="任意多边形 62"/>
              <p:cNvSpPr/>
              <p:nvPr>
                <p:custDataLst>
                  <p:tags r:id="rId58"/>
                </p:custDataLst>
              </p:nvPr>
            </p:nvSpPr>
            <p:spPr>
              <a:xfrm>
                <a:off x="7159" y="3660"/>
                <a:ext cx="4880" cy="675"/>
              </a:xfrm>
              <a:custGeom>
                <a:avLst/>
                <a:gdLst>
                  <a:gd name="sw" fmla="*/ 1 w 4880"/>
                  <a:gd name="sh" fmla="*/ 1 h 675"/>
                  <a:gd name="mins" fmla="min sw sh"/>
                  <a:gd name="dsw" fmla="+- 0 sw mins"/>
                  <a:gd name="dsh" fmla="+- 0 sh mins"/>
                  <a:gd name="p0x0" fmla="*/ 0 w 4880"/>
                  <a:gd name="p0y0" fmla="*/ 0 h 675"/>
                  <a:gd name="p0x1" fmla="*/ 4880 w 4880"/>
                  <a:gd name="p0y1" fmla="*/ 0 h 675"/>
                  <a:gd name="p0x2" fmla="*/ 4880 w 4880"/>
                  <a:gd name="p0y2" fmla="*/ 675 h 675"/>
                  <a:gd name="p0x3" fmla="*/ 0 w 4880"/>
                  <a:gd name="p0y3" fmla="*/ 675 h 675"/>
                  <a:gd name="p0x4" fmla="*/ 0 w 4880"/>
                  <a:gd name="p0y4" fmla="*/ 0 h 67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" name="任意多边形 63"/>
              <p:cNvSpPr/>
              <p:nvPr>
                <p:custDataLst>
                  <p:tags r:id="rId59"/>
                </p:custDataLst>
              </p:nvPr>
            </p:nvSpPr>
            <p:spPr>
              <a:xfrm>
                <a:off x="7159" y="4320"/>
                <a:ext cx="4880" cy="15"/>
              </a:xfrm>
              <a:custGeom>
                <a:avLst/>
                <a:gdLst>
                  <a:gd name="sw" fmla="*/ 1 w 4880"/>
                  <a:gd name="sh" fmla="*/ 1 h 15"/>
                  <a:gd name="mins" fmla="min sw sh"/>
                  <a:gd name="dsw" fmla="+- 0 sw mins"/>
                  <a:gd name="dsh" fmla="+- 0 sh mins"/>
                  <a:gd name="p0x0" fmla="*/ 4880 w 4880"/>
                  <a:gd name="p0y0" fmla="*/ 15 h 15"/>
                  <a:gd name="p0x1" fmla="*/ 0 w 4880"/>
                  <a:gd name="p0y1" fmla="*/ 15 h 15"/>
                  <a:gd name="p0x2" fmla="*/ 0 w 4880"/>
                  <a:gd name="p0y2" fmla="*/ 0 h 15"/>
                  <a:gd name="p0x3" fmla="*/ 4880 w 4880"/>
                  <a:gd name="p0y3" fmla="*/ 0 h 15"/>
                  <a:gd name="p0x4" fmla="*/ 4880 w 4880"/>
                  <a:gd name="p0y4" fmla="*/ 15 h 1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solidFill>
                <a:schemeClr val="accent1">
                  <a:lumMod val="20732"/>
                  <a:lumOff val="79268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66" name="任意多边形 65"/>
            <p:cNvSpPr/>
            <p:nvPr>
              <p:custDataLst>
                <p:tags r:id="rId60"/>
              </p:custDataLst>
            </p:nvPr>
          </p:nvSpPr>
          <p:spPr>
            <a:xfrm>
              <a:off x="7159" y="3660"/>
              <a:ext cx="540" cy="540"/>
            </a:xfrm>
            <a:custGeom>
              <a:avLst/>
              <a:gdLst>
                <a:gd name="sw" fmla="*/ 1 w 540"/>
                <a:gd name="sh" fmla="*/ 1 h 540"/>
                <a:gd name="mins" fmla="min sw sh"/>
                <a:gd name="dsw" fmla="+- 0 sw mins"/>
                <a:gd name="dsh" fmla="+- 0 sh mins"/>
                <a:gd name="p0x0" fmla="*/ 120 w 540"/>
                <a:gd name="p0y0" fmla="*/ 0 h 540"/>
                <a:gd name="p0x1" fmla="*/ 420 w 540"/>
                <a:gd name="p0y1" fmla="*/ 0 h 540"/>
                <a:gd name="p0x2" fmla="*/ 486 w 540"/>
                <a:gd name="p0y2" fmla="*/ 0 h 540"/>
                <a:gd name="p0x3" fmla="*/ 540 w 540"/>
                <a:gd name="p0y3" fmla="*/ 53 h 540"/>
                <a:gd name="p0x4" fmla="*/ 540 w 540"/>
                <a:gd name="p0y4" fmla="*/ 120 h 540"/>
                <a:gd name="p0x5" fmla="*/ 540 w 540"/>
                <a:gd name="p0y5" fmla="*/ 420 h 540"/>
                <a:gd name="p0x6" fmla="*/ 540 w 540"/>
                <a:gd name="p0y6" fmla="*/ 486 h 540"/>
                <a:gd name="p0x7" fmla="*/ 486 w 540"/>
                <a:gd name="p0y7" fmla="*/ 540 h 540"/>
                <a:gd name="p0x8" fmla="*/ 420 w 540"/>
                <a:gd name="p0y8" fmla="*/ 540 h 540"/>
                <a:gd name="p0x9" fmla="*/ 120 w 540"/>
                <a:gd name="p0y9" fmla="*/ 540 h 540"/>
                <a:gd name="p0x10" fmla="*/ 53 w 540"/>
                <a:gd name="p0y10" fmla="*/ 540 h 540"/>
                <a:gd name="p0x11" fmla="*/ 0 w 540"/>
                <a:gd name="p0y11" fmla="*/ 486 h 540"/>
                <a:gd name="p0x12" fmla="*/ 0 w 540"/>
                <a:gd name="p0y12" fmla="*/ 420 h 540"/>
                <a:gd name="p0x13" fmla="*/ 0 w 540"/>
                <a:gd name="p0y13" fmla="*/ 120 h 540"/>
                <a:gd name="p0x14" fmla="*/ 0 w 540"/>
                <a:gd name="p0y14" fmla="*/ 53 h 540"/>
                <a:gd name="p0x15" fmla="*/ 53 w 540"/>
                <a:gd name="p0y15" fmla="*/ 0 h 540"/>
                <a:gd name="p0x16" fmla="*/ 120 w 540"/>
                <a:gd name="p0y16" fmla="*/ 0 h 5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15548"/>
                <a:lumOff val="8445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67" name="图片 66"/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rcRect l="-4259" t="-3651" r="-4259" b="-3651"/>
            <a:stretch>
              <a:fillRect/>
            </a:stretch>
          </p:blipFill>
          <p:spPr>
            <a:xfrm>
              <a:off x="7283" y="3757"/>
              <a:ext cx="293" cy="338"/>
            </a:xfrm>
            <a:prstGeom prst="rect">
              <a:avLst/>
            </a:prstGeom>
          </p:spPr>
        </p:pic>
        <p:sp>
          <p:nvSpPr>
            <p:cNvPr id="69" name="文本框 68"/>
            <p:cNvSpPr txBox="1"/>
            <p:nvPr>
              <p:custDataLst>
                <p:tags r:id="rId64"/>
              </p:custDataLst>
            </p:nvPr>
          </p:nvSpPr>
          <p:spPr>
            <a:xfrm>
              <a:off x="7880" y="3681"/>
              <a:ext cx="4160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b="1" spc="36">
                  <a:solidFill>
                    <a:srgbClr val="1A4A5E"/>
                  </a:solidFill>
                  <a:cs typeface="+mn-lt"/>
                </a:rPr>
                <a:t>高优先</a:t>
              </a:r>
              <a:endParaRPr b="1" spc="36">
                <a:solidFill>
                  <a:srgbClr val="1A4A5E"/>
                </a:solidFill>
                <a:cs typeface="+mn-lt"/>
              </a:endParaRPr>
            </a:p>
          </p:txBody>
        </p:sp>
        <p:grpSp>
          <p:nvGrpSpPr>
            <p:cNvPr id="122" name="组合 121"/>
            <p:cNvGrpSpPr/>
            <p:nvPr/>
          </p:nvGrpSpPr>
          <p:grpSpPr>
            <a:xfrm>
              <a:off x="7159" y="5107"/>
              <a:ext cx="4880" cy="1107"/>
              <a:chOff x="7159" y="5107"/>
              <a:chExt cx="4880" cy="1107"/>
            </a:xfrm>
          </p:grpSpPr>
          <p:sp>
            <p:nvSpPr>
              <p:cNvPr id="70" name="任意多边形 69"/>
              <p:cNvSpPr/>
              <p:nvPr>
                <p:custDataLst>
                  <p:tags r:id="rId65"/>
                </p:custDataLst>
              </p:nvPr>
            </p:nvSpPr>
            <p:spPr>
              <a:xfrm>
                <a:off x="7159" y="5107"/>
                <a:ext cx="4880" cy="1107"/>
              </a:xfrm>
              <a:custGeom>
                <a:avLst/>
                <a:gdLst>
                  <a:gd name="sw" fmla="*/ 1 w 4880"/>
                  <a:gd name="sh" fmla="*/ 1 h 1106"/>
                  <a:gd name="mins" fmla="min sw sh"/>
                  <a:gd name="dsw" fmla="+- 0 sw mins"/>
                  <a:gd name="dsh" fmla="+- 0 sh mins"/>
                  <a:gd name="p0x0" fmla="*/ 210 w 4880"/>
                  <a:gd name="p0y0" fmla="*/ 0 h 1106"/>
                  <a:gd name="p0x1" fmla="*/ 4670 w 4880"/>
                  <a:gd name="p0y1" fmla="*/ 0 h 1106"/>
                  <a:gd name="p0x2" fmla="*/ 4786 w 4880"/>
                  <a:gd name="p0y2" fmla="*/ 0 h 1106"/>
                  <a:gd name="p0x3" fmla="*/ 4880 w 4880"/>
                  <a:gd name="p0y3" fmla="*/ 94 h 1106"/>
                  <a:gd name="p0x4" fmla="*/ 4880 w 4880"/>
                  <a:gd name="p0y4" fmla="*/ 210 h 1106"/>
                  <a:gd name="p0x5" fmla="*/ 4880 w 4880"/>
                  <a:gd name="p0y5" fmla="*/ 896 h 1106"/>
                  <a:gd name="p0x6" fmla="*/ 4880 w 4880"/>
                  <a:gd name="p0y6" fmla="*/ 1012 h 1106"/>
                  <a:gd name="p0x7" fmla="*/ 4786 w 4880"/>
                  <a:gd name="p0y7" fmla="*/ 1106 h 1106"/>
                  <a:gd name="p0x8" fmla="*/ 4670 w 4880"/>
                  <a:gd name="p0y8" fmla="*/ 1106 h 1106"/>
                  <a:gd name="p0x9" fmla="*/ 210 w 4880"/>
                  <a:gd name="p0y9" fmla="*/ 1106 h 1106"/>
                  <a:gd name="p0x10" fmla="*/ 94 w 4880"/>
                  <a:gd name="p0y10" fmla="*/ 1106 h 1106"/>
                  <a:gd name="p0x11" fmla="*/ 0 w 4880"/>
                  <a:gd name="p0y11" fmla="*/ 1012 h 1106"/>
                  <a:gd name="p0x12" fmla="*/ 0 w 4880"/>
                  <a:gd name="p0y12" fmla="*/ 896 h 1106"/>
                  <a:gd name="p0x13" fmla="*/ 0 w 4880"/>
                  <a:gd name="p0y13" fmla="*/ 210 h 1106"/>
                  <a:gd name="p0x14" fmla="*/ 0 w 4880"/>
                  <a:gd name="p0y14" fmla="*/ 94 h 1106"/>
                  <a:gd name="p0x15" fmla="*/ 94 w 4880"/>
                  <a:gd name="p0y15" fmla="*/ 0 h 1106"/>
                  <a:gd name="p0x16" fmla="*/ 210 w 4880"/>
                  <a:gd name="p0y16" fmla="*/ 0 h 1106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bg2">
                  <a:lumMod val="53347"/>
                  <a:lumOff val="46653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" name="任意多边形 70"/>
              <p:cNvSpPr/>
              <p:nvPr>
                <p:custDataLst>
                  <p:tags r:id="rId66"/>
                </p:custDataLst>
              </p:nvPr>
            </p:nvSpPr>
            <p:spPr>
              <a:xfrm>
                <a:off x="7289" y="5107"/>
                <a:ext cx="4689" cy="73"/>
              </a:xfrm>
              <a:custGeom>
                <a:avLst/>
                <a:gdLst>
                  <a:gd name="sw" fmla="*/ 1 w 4688"/>
                  <a:gd name="sh" fmla="*/ 1 h 72"/>
                  <a:gd name="mins" fmla="min sw sh"/>
                  <a:gd name="dsw" fmla="+- 0 sw mins"/>
                  <a:gd name="dsh" fmla="+- 0 sh mins"/>
                  <a:gd name="p0x0" fmla="*/ 80 w 4688"/>
                  <a:gd name="p0y0" fmla="*/ 0 h 72"/>
                  <a:gd name="p0x1" fmla="*/ 4540 w 4688"/>
                  <a:gd name="p0y1" fmla="*/ 0 h 72"/>
                  <a:gd name="p0x2" fmla="*/ 4598 w 4688"/>
                  <a:gd name="p0y2" fmla="*/ 0 h 72"/>
                  <a:gd name="p0x3" fmla="*/ 4650 w 4688"/>
                  <a:gd name="p0y3" fmla="*/ 23 h 72"/>
                  <a:gd name="p0x4" fmla="*/ 4688 w 4688"/>
                  <a:gd name="p0y4" fmla="*/ 61 h 72"/>
                  <a:gd name="p0x5" fmla="*/ 4678 w 4688"/>
                  <a:gd name="p0y5" fmla="*/ 72 h 72"/>
                  <a:gd name="p0x6" fmla="*/ 4643 w 4688"/>
                  <a:gd name="p0y6" fmla="*/ 36 h 72"/>
                  <a:gd name="p0x7" fmla="*/ 4594 w 4688"/>
                  <a:gd name="p0y7" fmla="*/ 15 h 72"/>
                  <a:gd name="p0x8" fmla="*/ 4540 w 4688"/>
                  <a:gd name="p0y8" fmla="*/ 15 h 72"/>
                  <a:gd name="p0x9" fmla="*/ 80 w 4688"/>
                  <a:gd name="p0y9" fmla="*/ 15 h 72"/>
                  <a:gd name="p0x10" fmla="*/ 58 w 4688"/>
                  <a:gd name="p0y10" fmla="*/ 15 h 72"/>
                  <a:gd name="p0x11" fmla="*/ 36 w 4688"/>
                  <a:gd name="p0y11" fmla="*/ 20 h 72"/>
                  <a:gd name="p0x12" fmla="*/ 17 w 4688"/>
                  <a:gd name="p0y12" fmla="*/ 29 h 72"/>
                  <a:gd name="p0x13" fmla="*/ 0 w 4688"/>
                  <a:gd name="p0y13" fmla="*/ 15 h 72"/>
                  <a:gd name="p0x14" fmla="*/ 0 w 4688"/>
                  <a:gd name="p0y14" fmla="*/ 15 h 72"/>
                  <a:gd name="p0x15" fmla="*/ 24 w 4688"/>
                  <a:gd name="p0y15" fmla="*/ 5 h 72"/>
                  <a:gd name="p0x16" fmla="*/ 51 w 4688"/>
                  <a:gd name="p0y16" fmla="*/ 0 h 72"/>
                  <a:gd name="p0x17" fmla="*/ 80 w 4688"/>
                  <a:gd name="p0y17" fmla="*/ 0 h 72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lnTo>
                      <a:pt x="p0x14" y="p0y14"/>
                    </a:lnTo>
                    <a:cubicBezTo>
                      <a:pt x="p0x15" y="p0y15"/>
                      <a:pt x="p0x16" y="p0y16"/>
                      <a:pt x="p0x17" y="p0y17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" name="任意多边形 71"/>
              <p:cNvSpPr/>
              <p:nvPr>
                <p:custDataLst>
                  <p:tags r:id="rId67"/>
                </p:custDataLst>
              </p:nvPr>
            </p:nvSpPr>
            <p:spPr>
              <a:xfrm>
                <a:off x="11967" y="5169"/>
                <a:ext cx="72" cy="984"/>
              </a:xfrm>
              <a:custGeom>
                <a:avLst/>
                <a:gdLst>
                  <a:gd name="sw" fmla="*/ 1 w 72"/>
                  <a:gd name="sh" fmla="*/ 1 h 983"/>
                  <a:gd name="mins" fmla="min sw sh"/>
                  <a:gd name="dsw" fmla="+- 0 sw mins"/>
                  <a:gd name="dsh" fmla="+- 0 sh mins"/>
                  <a:gd name="p0x0" fmla="*/ 72 w 72"/>
                  <a:gd name="p0y0" fmla="*/ 148 h 983"/>
                  <a:gd name="p0x1" fmla="*/ 72 w 72"/>
                  <a:gd name="p0y1" fmla="*/ 835 h 983"/>
                  <a:gd name="p0x2" fmla="*/ 72 w 72"/>
                  <a:gd name="p0y2" fmla="*/ 893 h 983"/>
                  <a:gd name="p0x3" fmla="*/ 48 w 72"/>
                  <a:gd name="p0y3" fmla="*/ 945 h 983"/>
                  <a:gd name="p0x4" fmla="*/ 10 w 72"/>
                  <a:gd name="p0y4" fmla="*/ 983 h 983"/>
                  <a:gd name="p0x5" fmla="*/ 0 w 72"/>
                  <a:gd name="p0y5" fmla="*/ 973 h 983"/>
                  <a:gd name="p0x6" fmla="*/ 35 w 72"/>
                  <a:gd name="p0y6" fmla="*/ 938 h 983"/>
                  <a:gd name="p0x7" fmla="*/ 57 w 72"/>
                  <a:gd name="p0y7" fmla="*/ 889 h 983"/>
                  <a:gd name="p0x8" fmla="*/ 57 w 72"/>
                  <a:gd name="p0y8" fmla="*/ 835 h 983"/>
                  <a:gd name="p0x9" fmla="*/ 57 w 72"/>
                  <a:gd name="p0y9" fmla="*/ 148 h 983"/>
                  <a:gd name="p0x10" fmla="*/ 57 w 72"/>
                  <a:gd name="p0y10" fmla="*/ 94 h 983"/>
                  <a:gd name="p0x11" fmla="*/ 35 w 72"/>
                  <a:gd name="p0y11" fmla="*/ 45 h 983"/>
                  <a:gd name="p0x12" fmla="*/ 0 w 72"/>
                  <a:gd name="p0y12" fmla="*/ 10 h 983"/>
                  <a:gd name="p0x13" fmla="*/ 10 w 72"/>
                  <a:gd name="p0y13" fmla="*/ 0 h 983"/>
                  <a:gd name="p0x14" fmla="*/ 48 w 72"/>
                  <a:gd name="p0y14" fmla="*/ 38 h 983"/>
                  <a:gd name="p0x15" fmla="*/ 72 w 72"/>
                  <a:gd name="p0y15" fmla="*/ 90 h 983"/>
                  <a:gd name="p0x16" fmla="*/ 72 w 72"/>
                  <a:gd name="p0y16" fmla="*/ 148 h 983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任意多边形 72"/>
              <p:cNvSpPr/>
              <p:nvPr>
                <p:custDataLst>
                  <p:tags r:id="rId68"/>
                </p:custDataLst>
              </p:nvPr>
            </p:nvSpPr>
            <p:spPr>
              <a:xfrm>
                <a:off x="7289" y="6142"/>
                <a:ext cx="4689" cy="72"/>
              </a:xfrm>
              <a:custGeom>
                <a:avLst/>
                <a:gdLst>
                  <a:gd name="sw" fmla="*/ 1 w 4688"/>
                  <a:gd name="sh" fmla="*/ 1 h 72"/>
                  <a:gd name="mins" fmla="min sw sh"/>
                  <a:gd name="dsw" fmla="+- 0 sw mins"/>
                  <a:gd name="dsh" fmla="+- 0 sh mins"/>
                  <a:gd name="p0x0" fmla="*/ 4540 w 4688"/>
                  <a:gd name="p0y0" fmla="*/ 72 h 72"/>
                  <a:gd name="p0x1" fmla="*/ 80 w 4688"/>
                  <a:gd name="p0y1" fmla="*/ 72 h 72"/>
                  <a:gd name="p0x2" fmla="*/ 51 w 4688"/>
                  <a:gd name="p0y2" fmla="*/ 72 h 72"/>
                  <a:gd name="p0x3" fmla="*/ 24 w 4688"/>
                  <a:gd name="p0y3" fmla="*/ 66 h 72"/>
                  <a:gd name="p0x4" fmla="*/ 0 w 4688"/>
                  <a:gd name="p0y4" fmla="*/ 56 h 72"/>
                  <a:gd name="p0x5" fmla="*/ 17 w 4688"/>
                  <a:gd name="p0y5" fmla="*/ 42 h 72"/>
                  <a:gd name="p0x6" fmla="*/ 17 w 4688"/>
                  <a:gd name="p0y6" fmla="*/ 42 h 72"/>
                  <a:gd name="p0x7" fmla="*/ 36 w 4688"/>
                  <a:gd name="p0y7" fmla="*/ 51 h 72"/>
                  <a:gd name="p0x8" fmla="*/ 58 w 4688"/>
                  <a:gd name="p0y8" fmla="*/ 57 h 72"/>
                  <a:gd name="p0x9" fmla="*/ 80 w 4688"/>
                  <a:gd name="p0y9" fmla="*/ 57 h 72"/>
                  <a:gd name="p0x10" fmla="*/ 4540 w 4688"/>
                  <a:gd name="p0y10" fmla="*/ 57 h 72"/>
                  <a:gd name="p0x11" fmla="*/ 4594 w 4688"/>
                  <a:gd name="p0y11" fmla="*/ 57 h 72"/>
                  <a:gd name="p0x12" fmla="*/ 4643 w 4688"/>
                  <a:gd name="p0y12" fmla="*/ 35 h 72"/>
                  <a:gd name="p0x13" fmla="*/ 4678 w 4688"/>
                  <a:gd name="p0y13" fmla="*/ 0 h 72"/>
                  <a:gd name="p0x14" fmla="*/ 4688 w 4688"/>
                  <a:gd name="p0y14" fmla="*/ 10 h 72"/>
                  <a:gd name="p0x15" fmla="*/ 4650 w 4688"/>
                  <a:gd name="p0y15" fmla="*/ 48 h 72"/>
                  <a:gd name="p0x16" fmla="*/ 4598 w 4688"/>
                  <a:gd name="p0y16" fmla="*/ 72 h 72"/>
                  <a:gd name="p0x17" fmla="*/ 4540 w 4688"/>
                  <a:gd name="p0y17" fmla="*/ 72 h 72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lnTo>
                      <a:pt x="p0x6" y="p0y6"/>
                    </a:lnTo>
                    <a:cubicBezTo>
                      <a:pt x="p0x7" y="p0y7"/>
                      <a:pt x="p0x8" y="p0y8"/>
                      <a:pt x="p0x9" y="p0y9"/>
                    </a:cubicBezTo>
                    <a:lnTo>
                      <a:pt x="p0x10" y="p0y10"/>
                    </a:lnTo>
                    <a:cubicBezTo>
                      <a:pt x="p0x11" y="p0y11"/>
                      <a:pt x="p0x12" y="p0y12"/>
                      <a:pt x="p0x13" y="p0y13"/>
                    </a:cubicBezTo>
                    <a:lnTo>
                      <a:pt x="p0x14" y="p0y14"/>
                    </a:lnTo>
                    <a:cubicBezTo>
                      <a:pt x="p0x15" y="p0y15"/>
                      <a:pt x="p0x16" y="p0y16"/>
                      <a:pt x="p0x17" y="p0y17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任意多边形 73"/>
              <p:cNvSpPr/>
              <p:nvPr>
                <p:custDataLst>
                  <p:tags r:id="rId69"/>
                </p:custDataLst>
              </p:nvPr>
            </p:nvSpPr>
            <p:spPr>
              <a:xfrm>
                <a:off x="7159" y="5123"/>
                <a:ext cx="147" cy="1075"/>
              </a:xfrm>
              <a:custGeom>
                <a:avLst/>
                <a:gdLst>
                  <a:gd name="sw" fmla="*/ 1 w 146"/>
                  <a:gd name="sh" fmla="*/ 1 h 1075"/>
                  <a:gd name="mins" fmla="min sw sh"/>
                  <a:gd name="dsw" fmla="+- 0 sw mins"/>
                  <a:gd name="dsh" fmla="+- 0 sh mins"/>
                  <a:gd name="p0x0" fmla="*/ 0 w 146"/>
                  <a:gd name="p0y0" fmla="*/ 880 h 1075"/>
                  <a:gd name="p0x1" fmla="*/ 0 w 146"/>
                  <a:gd name="p0y1" fmla="*/ 194 h 1075"/>
                  <a:gd name="p0x2" fmla="*/ 0 w 146"/>
                  <a:gd name="p0y2" fmla="*/ 106 h 1075"/>
                  <a:gd name="p0x3" fmla="*/ 53 w 146"/>
                  <a:gd name="p0y3" fmla="*/ 31 h 1075"/>
                  <a:gd name="p0x4" fmla="*/ 129 w 146"/>
                  <a:gd name="p0y4" fmla="*/ 0 h 1075"/>
                  <a:gd name="p0x5" fmla="*/ 146 w 146"/>
                  <a:gd name="p0y5" fmla="*/ 13 h 1075"/>
                  <a:gd name="p0x6" fmla="*/ 146 w 146"/>
                  <a:gd name="p0y6" fmla="*/ 13 h 1075"/>
                  <a:gd name="p0x7" fmla="*/ 87 w 146"/>
                  <a:gd name="p0y7" fmla="*/ 43 h 1075"/>
                  <a:gd name="p0x8" fmla="*/ 45 w 146"/>
                  <a:gd name="p0y8" fmla="*/ 112 h 1075"/>
                  <a:gd name="p0x9" fmla="*/ 45 w 146"/>
                  <a:gd name="p0y9" fmla="*/ 194 h 1075"/>
                  <a:gd name="p0x10" fmla="*/ 45 w 146"/>
                  <a:gd name="p0y10" fmla="*/ 880 h 1075"/>
                  <a:gd name="p0x11" fmla="*/ 45 w 146"/>
                  <a:gd name="p0y11" fmla="*/ 962 h 1075"/>
                  <a:gd name="p0x12" fmla="*/ 87 w 146"/>
                  <a:gd name="p0y12" fmla="*/ 1031 h 1075"/>
                  <a:gd name="p0x13" fmla="*/ 146 w 146"/>
                  <a:gd name="p0y13" fmla="*/ 1061 h 1075"/>
                  <a:gd name="p0x14" fmla="*/ 129 w 146"/>
                  <a:gd name="p0y14" fmla="*/ 1075 h 1075"/>
                  <a:gd name="p0x15" fmla="*/ 129 w 146"/>
                  <a:gd name="p0y15" fmla="*/ 1075 h 1075"/>
                  <a:gd name="p0x16" fmla="*/ 53 w 146"/>
                  <a:gd name="p0y16" fmla="*/ 1043 h 1075"/>
                  <a:gd name="p0x17" fmla="*/ 0 w 146"/>
                  <a:gd name="p0y17" fmla="*/ 968 h 1075"/>
                  <a:gd name="p0x18" fmla="*/ 0 w 146"/>
                  <a:gd name="p0y18" fmla="*/ 880 h 107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lnTo>
                      <a:pt x="p0x6" y="p0y6"/>
                    </a:lnTo>
                    <a:cubicBezTo>
                      <a:pt x="p0x7" y="p0y7"/>
                      <a:pt x="p0x8" y="p0y8"/>
                      <a:pt x="p0x9" y="p0y9"/>
                    </a:cubicBezTo>
                    <a:lnTo>
                      <a:pt x="p0x10" y="p0y10"/>
                    </a:lnTo>
                    <a:cubicBezTo>
                      <a:pt x="p0x11" y="p0y11"/>
                      <a:pt x="p0x12" y="p0y12"/>
                      <a:pt x="p0x13" y="p0y13"/>
                    </a:cubicBezTo>
                    <a:lnTo>
                      <a:pt x="p0x14" y="p0y14"/>
                    </a:lnTo>
                    <a:lnTo>
                      <a:pt x="p0x15" y="p0y15"/>
                    </a:lnTo>
                    <a:cubicBezTo>
                      <a:pt x="p0x16" y="p0y16"/>
                      <a:pt x="p0x17" y="p0y17"/>
                      <a:pt x="p0x18" y="p0y1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76" name="文本框 75"/>
            <p:cNvSpPr txBox="1"/>
            <p:nvPr>
              <p:custDataLst>
                <p:tags r:id="rId70"/>
              </p:custDataLst>
            </p:nvPr>
          </p:nvSpPr>
          <p:spPr>
            <a:xfrm>
              <a:off x="7385" y="5220"/>
              <a:ext cx="446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 b="1">
                  <a:solidFill>
                    <a:schemeClr val="tx2"/>
                  </a:solidFill>
                  <a:cs typeface="+mn-lt"/>
                </a:rPr>
                <a:t>站内通知</a:t>
              </a:r>
              <a:endParaRPr sz="1500" b="1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71"/>
              </p:custDataLst>
            </p:nvPr>
          </p:nvSpPr>
          <p:spPr>
            <a:xfrm>
              <a:off x="7385" y="5624"/>
              <a:ext cx="446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zh-CN" altLang="en-US" sz="1350">
                  <a:solidFill>
                    <a:srgbClr val="3D6B7E"/>
                  </a:solidFill>
                  <a:cs typeface="+mn-lt"/>
                </a:rPr>
                <a:t>指派</a:t>
              </a:r>
              <a:r>
                <a:rPr lang="en-US" altLang="zh-CN" sz="1350">
                  <a:solidFill>
                    <a:srgbClr val="3D6B7E"/>
                  </a:solidFill>
                  <a:cs typeface="+mn-lt"/>
                </a:rPr>
                <a:t>/@/</a:t>
              </a:r>
              <a:r>
                <a:rPr lang="zh-CN" altLang="en-US" sz="1350">
                  <a:solidFill>
                    <a:srgbClr val="3D6B7E"/>
                  </a:solidFill>
                  <a:cs typeface="+mn-lt"/>
                </a:rPr>
                <a:t>提醒不再依赖微信转发</a:t>
              </a:r>
              <a:endParaRPr lang="zh-CN" altLang="en-US" sz="1350">
                <a:solidFill>
                  <a:srgbClr val="3D6B7E"/>
                </a:solidFill>
                <a:cs typeface="+mn-lt"/>
              </a:endParaRPr>
            </a:p>
          </p:txBody>
        </p:sp>
        <p:grpSp>
          <p:nvGrpSpPr>
            <p:cNvPr id="123" name="组合 122"/>
            <p:cNvGrpSpPr/>
            <p:nvPr/>
          </p:nvGrpSpPr>
          <p:grpSpPr>
            <a:xfrm>
              <a:off x="7159" y="6987"/>
              <a:ext cx="4880" cy="1107"/>
              <a:chOff x="7159" y="6987"/>
              <a:chExt cx="4880" cy="1107"/>
            </a:xfrm>
          </p:grpSpPr>
          <p:sp>
            <p:nvSpPr>
              <p:cNvPr id="78" name="任意多边形 77"/>
              <p:cNvSpPr/>
              <p:nvPr>
                <p:custDataLst>
                  <p:tags r:id="rId72"/>
                </p:custDataLst>
              </p:nvPr>
            </p:nvSpPr>
            <p:spPr>
              <a:xfrm>
                <a:off x="7159" y="6987"/>
                <a:ext cx="4880" cy="1107"/>
              </a:xfrm>
              <a:custGeom>
                <a:avLst/>
                <a:gdLst>
                  <a:gd name="sw" fmla="*/ 1 w 4880"/>
                  <a:gd name="sh" fmla="*/ 1 h 1106"/>
                  <a:gd name="mins" fmla="min sw sh"/>
                  <a:gd name="dsw" fmla="+- 0 sw mins"/>
                  <a:gd name="dsh" fmla="+- 0 sh mins"/>
                  <a:gd name="p0x0" fmla="*/ 210 w 4880"/>
                  <a:gd name="p0y0" fmla="*/ 0 h 1106"/>
                  <a:gd name="p0x1" fmla="*/ 4670 w 4880"/>
                  <a:gd name="p0y1" fmla="*/ 0 h 1106"/>
                  <a:gd name="p0x2" fmla="*/ 4786 w 4880"/>
                  <a:gd name="p0y2" fmla="*/ 0 h 1106"/>
                  <a:gd name="p0x3" fmla="*/ 4880 w 4880"/>
                  <a:gd name="p0y3" fmla="*/ 94 h 1106"/>
                  <a:gd name="p0x4" fmla="*/ 4880 w 4880"/>
                  <a:gd name="p0y4" fmla="*/ 210 h 1106"/>
                  <a:gd name="p0x5" fmla="*/ 4880 w 4880"/>
                  <a:gd name="p0y5" fmla="*/ 896 h 1106"/>
                  <a:gd name="p0x6" fmla="*/ 4880 w 4880"/>
                  <a:gd name="p0y6" fmla="*/ 1012 h 1106"/>
                  <a:gd name="p0x7" fmla="*/ 4786 w 4880"/>
                  <a:gd name="p0y7" fmla="*/ 1106 h 1106"/>
                  <a:gd name="p0x8" fmla="*/ 4670 w 4880"/>
                  <a:gd name="p0y8" fmla="*/ 1106 h 1106"/>
                  <a:gd name="p0x9" fmla="*/ 210 w 4880"/>
                  <a:gd name="p0y9" fmla="*/ 1106 h 1106"/>
                  <a:gd name="p0x10" fmla="*/ 94 w 4880"/>
                  <a:gd name="p0y10" fmla="*/ 1106 h 1106"/>
                  <a:gd name="p0x11" fmla="*/ 0 w 4880"/>
                  <a:gd name="p0y11" fmla="*/ 1012 h 1106"/>
                  <a:gd name="p0x12" fmla="*/ 0 w 4880"/>
                  <a:gd name="p0y12" fmla="*/ 896 h 1106"/>
                  <a:gd name="p0x13" fmla="*/ 0 w 4880"/>
                  <a:gd name="p0y13" fmla="*/ 210 h 1106"/>
                  <a:gd name="p0x14" fmla="*/ 0 w 4880"/>
                  <a:gd name="p0y14" fmla="*/ 94 h 1106"/>
                  <a:gd name="p0x15" fmla="*/ 94 w 4880"/>
                  <a:gd name="p0y15" fmla="*/ 0 h 1106"/>
                  <a:gd name="p0x16" fmla="*/ 210 w 4880"/>
                  <a:gd name="p0y16" fmla="*/ 0 h 1106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bg2">
                  <a:lumMod val="53347"/>
                  <a:lumOff val="46653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任意多边形 78"/>
              <p:cNvSpPr/>
              <p:nvPr>
                <p:custDataLst>
                  <p:tags r:id="rId73"/>
                </p:custDataLst>
              </p:nvPr>
            </p:nvSpPr>
            <p:spPr>
              <a:xfrm>
                <a:off x="7289" y="6987"/>
                <a:ext cx="4689" cy="72"/>
              </a:xfrm>
              <a:custGeom>
                <a:avLst/>
                <a:gdLst>
                  <a:gd name="sw" fmla="*/ 1 w 4688"/>
                  <a:gd name="sh" fmla="*/ 1 h 72"/>
                  <a:gd name="mins" fmla="min sw sh"/>
                  <a:gd name="dsw" fmla="+- 0 sw mins"/>
                  <a:gd name="dsh" fmla="+- 0 sh mins"/>
                  <a:gd name="p0x0" fmla="*/ 80 w 4688"/>
                  <a:gd name="p0y0" fmla="*/ 0 h 72"/>
                  <a:gd name="p0x1" fmla="*/ 4540 w 4688"/>
                  <a:gd name="p0y1" fmla="*/ 0 h 72"/>
                  <a:gd name="p0x2" fmla="*/ 4598 w 4688"/>
                  <a:gd name="p0y2" fmla="*/ 0 h 72"/>
                  <a:gd name="p0x3" fmla="*/ 4650 w 4688"/>
                  <a:gd name="p0y3" fmla="*/ 23 h 72"/>
                  <a:gd name="p0x4" fmla="*/ 4688 w 4688"/>
                  <a:gd name="p0y4" fmla="*/ 61 h 72"/>
                  <a:gd name="p0x5" fmla="*/ 4678 w 4688"/>
                  <a:gd name="p0y5" fmla="*/ 72 h 72"/>
                  <a:gd name="p0x6" fmla="*/ 4643 w 4688"/>
                  <a:gd name="p0y6" fmla="*/ 36 h 72"/>
                  <a:gd name="p0x7" fmla="*/ 4594 w 4688"/>
                  <a:gd name="p0y7" fmla="*/ 15 h 72"/>
                  <a:gd name="p0x8" fmla="*/ 4540 w 4688"/>
                  <a:gd name="p0y8" fmla="*/ 15 h 72"/>
                  <a:gd name="p0x9" fmla="*/ 80 w 4688"/>
                  <a:gd name="p0y9" fmla="*/ 15 h 72"/>
                  <a:gd name="p0x10" fmla="*/ 58 w 4688"/>
                  <a:gd name="p0y10" fmla="*/ 15 h 72"/>
                  <a:gd name="p0x11" fmla="*/ 36 w 4688"/>
                  <a:gd name="p0y11" fmla="*/ 20 h 72"/>
                  <a:gd name="p0x12" fmla="*/ 17 w 4688"/>
                  <a:gd name="p0y12" fmla="*/ 29 h 72"/>
                  <a:gd name="p0x13" fmla="*/ 0 w 4688"/>
                  <a:gd name="p0y13" fmla="*/ 15 h 72"/>
                  <a:gd name="p0x14" fmla="*/ 0 w 4688"/>
                  <a:gd name="p0y14" fmla="*/ 15 h 72"/>
                  <a:gd name="p0x15" fmla="*/ 24 w 4688"/>
                  <a:gd name="p0y15" fmla="*/ 5 h 72"/>
                  <a:gd name="p0x16" fmla="*/ 51 w 4688"/>
                  <a:gd name="p0y16" fmla="*/ 0 h 72"/>
                  <a:gd name="p0x17" fmla="*/ 80 w 4688"/>
                  <a:gd name="p0y17" fmla="*/ 0 h 72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lnTo>
                      <a:pt x="p0x14" y="p0y14"/>
                    </a:lnTo>
                    <a:cubicBezTo>
                      <a:pt x="p0x15" y="p0y15"/>
                      <a:pt x="p0x16" y="p0y16"/>
                      <a:pt x="p0x17" y="p0y17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任意多边形 79"/>
              <p:cNvSpPr/>
              <p:nvPr>
                <p:custDataLst>
                  <p:tags r:id="rId74"/>
                </p:custDataLst>
              </p:nvPr>
            </p:nvSpPr>
            <p:spPr>
              <a:xfrm>
                <a:off x="11967" y="7049"/>
                <a:ext cx="72" cy="984"/>
              </a:xfrm>
              <a:custGeom>
                <a:avLst/>
                <a:gdLst>
                  <a:gd name="sw" fmla="*/ 1 w 72"/>
                  <a:gd name="sh" fmla="*/ 1 h 983"/>
                  <a:gd name="mins" fmla="min sw sh"/>
                  <a:gd name="dsw" fmla="+- 0 sw mins"/>
                  <a:gd name="dsh" fmla="+- 0 sh mins"/>
                  <a:gd name="p0x0" fmla="*/ 72 w 72"/>
                  <a:gd name="p0y0" fmla="*/ 148 h 983"/>
                  <a:gd name="p0x1" fmla="*/ 72 w 72"/>
                  <a:gd name="p0y1" fmla="*/ 835 h 983"/>
                  <a:gd name="p0x2" fmla="*/ 72 w 72"/>
                  <a:gd name="p0y2" fmla="*/ 893 h 983"/>
                  <a:gd name="p0x3" fmla="*/ 48 w 72"/>
                  <a:gd name="p0y3" fmla="*/ 945 h 983"/>
                  <a:gd name="p0x4" fmla="*/ 10 w 72"/>
                  <a:gd name="p0y4" fmla="*/ 983 h 983"/>
                  <a:gd name="p0x5" fmla="*/ 0 w 72"/>
                  <a:gd name="p0y5" fmla="*/ 973 h 983"/>
                  <a:gd name="p0x6" fmla="*/ 35 w 72"/>
                  <a:gd name="p0y6" fmla="*/ 938 h 983"/>
                  <a:gd name="p0x7" fmla="*/ 57 w 72"/>
                  <a:gd name="p0y7" fmla="*/ 889 h 983"/>
                  <a:gd name="p0x8" fmla="*/ 57 w 72"/>
                  <a:gd name="p0y8" fmla="*/ 835 h 983"/>
                  <a:gd name="p0x9" fmla="*/ 57 w 72"/>
                  <a:gd name="p0y9" fmla="*/ 148 h 983"/>
                  <a:gd name="p0x10" fmla="*/ 57 w 72"/>
                  <a:gd name="p0y10" fmla="*/ 94 h 983"/>
                  <a:gd name="p0x11" fmla="*/ 35 w 72"/>
                  <a:gd name="p0y11" fmla="*/ 45 h 983"/>
                  <a:gd name="p0x12" fmla="*/ 0 w 72"/>
                  <a:gd name="p0y12" fmla="*/ 10 h 983"/>
                  <a:gd name="p0x13" fmla="*/ 10 w 72"/>
                  <a:gd name="p0y13" fmla="*/ 0 h 983"/>
                  <a:gd name="p0x14" fmla="*/ 48 w 72"/>
                  <a:gd name="p0y14" fmla="*/ 38 h 983"/>
                  <a:gd name="p0x15" fmla="*/ 72 w 72"/>
                  <a:gd name="p0y15" fmla="*/ 90 h 983"/>
                  <a:gd name="p0x16" fmla="*/ 72 w 72"/>
                  <a:gd name="p0y16" fmla="*/ 148 h 983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任意多边形 80"/>
              <p:cNvSpPr/>
              <p:nvPr>
                <p:custDataLst>
                  <p:tags r:id="rId75"/>
                </p:custDataLst>
              </p:nvPr>
            </p:nvSpPr>
            <p:spPr>
              <a:xfrm>
                <a:off x="7289" y="8022"/>
                <a:ext cx="4689" cy="72"/>
              </a:xfrm>
              <a:custGeom>
                <a:avLst/>
                <a:gdLst>
                  <a:gd name="sw" fmla="*/ 1 w 4688"/>
                  <a:gd name="sh" fmla="*/ 1 h 72"/>
                  <a:gd name="mins" fmla="min sw sh"/>
                  <a:gd name="dsw" fmla="+- 0 sw mins"/>
                  <a:gd name="dsh" fmla="+- 0 sh mins"/>
                  <a:gd name="p0x0" fmla="*/ 4540 w 4688"/>
                  <a:gd name="p0y0" fmla="*/ 72 h 72"/>
                  <a:gd name="p0x1" fmla="*/ 80 w 4688"/>
                  <a:gd name="p0y1" fmla="*/ 72 h 72"/>
                  <a:gd name="p0x2" fmla="*/ 51 w 4688"/>
                  <a:gd name="p0y2" fmla="*/ 72 h 72"/>
                  <a:gd name="p0x3" fmla="*/ 24 w 4688"/>
                  <a:gd name="p0y3" fmla="*/ 66 h 72"/>
                  <a:gd name="p0x4" fmla="*/ 0 w 4688"/>
                  <a:gd name="p0y4" fmla="*/ 56 h 72"/>
                  <a:gd name="p0x5" fmla="*/ 17 w 4688"/>
                  <a:gd name="p0y5" fmla="*/ 42 h 72"/>
                  <a:gd name="p0x6" fmla="*/ 17 w 4688"/>
                  <a:gd name="p0y6" fmla="*/ 42 h 72"/>
                  <a:gd name="p0x7" fmla="*/ 36 w 4688"/>
                  <a:gd name="p0y7" fmla="*/ 51 h 72"/>
                  <a:gd name="p0x8" fmla="*/ 58 w 4688"/>
                  <a:gd name="p0y8" fmla="*/ 57 h 72"/>
                  <a:gd name="p0x9" fmla="*/ 80 w 4688"/>
                  <a:gd name="p0y9" fmla="*/ 57 h 72"/>
                  <a:gd name="p0x10" fmla="*/ 4540 w 4688"/>
                  <a:gd name="p0y10" fmla="*/ 57 h 72"/>
                  <a:gd name="p0x11" fmla="*/ 4594 w 4688"/>
                  <a:gd name="p0y11" fmla="*/ 57 h 72"/>
                  <a:gd name="p0x12" fmla="*/ 4643 w 4688"/>
                  <a:gd name="p0y12" fmla="*/ 35 h 72"/>
                  <a:gd name="p0x13" fmla="*/ 4678 w 4688"/>
                  <a:gd name="p0y13" fmla="*/ 0 h 72"/>
                  <a:gd name="p0x14" fmla="*/ 4688 w 4688"/>
                  <a:gd name="p0y14" fmla="*/ 10 h 72"/>
                  <a:gd name="p0x15" fmla="*/ 4650 w 4688"/>
                  <a:gd name="p0y15" fmla="*/ 48 h 72"/>
                  <a:gd name="p0x16" fmla="*/ 4598 w 4688"/>
                  <a:gd name="p0y16" fmla="*/ 72 h 72"/>
                  <a:gd name="p0x17" fmla="*/ 4540 w 4688"/>
                  <a:gd name="p0y17" fmla="*/ 72 h 72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lnTo>
                      <a:pt x="p0x6" y="p0y6"/>
                    </a:lnTo>
                    <a:cubicBezTo>
                      <a:pt x="p0x7" y="p0y7"/>
                      <a:pt x="p0x8" y="p0y8"/>
                      <a:pt x="p0x9" y="p0y9"/>
                    </a:cubicBezTo>
                    <a:lnTo>
                      <a:pt x="p0x10" y="p0y10"/>
                    </a:lnTo>
                    <a:cubicBezTo>
                      <a:pt x="p0x11" y="p0y11"/>
                      <a:pt x="p0x12" y="p0y12"/>
                      <a:pt x="p0x13" y="p0y13"/>
                    </a:cubicBezTo>
                    <a:lnTo>
                      <a:pt x="p0x14" y="p0y14"/>
                    </a:lnTo>
                    <a:cubicBezTo>
                      <a:pt x="p0x15" y="p0y15"/>
                      <a:pt x="p0x16" y="p0y16"/>
                      <a:pt x="p0x17" y="p0y17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任意多边形 81"/>
              <p:cNvSpPr/>
              <p:nvPr>
                <p:custDataLst>
                  <p:tags r:id="rId76"/>
                </p:custDataLst>
              </p:nvPr>
            </p:nvSpPr>
            <p:spPr>
              <a:xfrm>
                <a:off x="7159" y="7003"/>
                <a:ext cx="147" cy="1075"/>
              </a:xfrm>
              <a:custGeom>
                <a:avLst/>
                <a:gdLst>
                  <a:gd name="sw" fmla="*/ 1 w 146"/>
                  <a:gd name="sh" fmla="*/ 1 h 1075"/>
                  <a:gd name="mins" fmla="min sw sh"/>
                  <a:gd name="dsw" fmla="+- 0 sw mins"/>
                  <a:gd name="dsh" fmla="+- 0 sh mins"/>
                  <a:gd name="p0x0" fmla="*/ 0 w 146"/>
                  <a:gd name="p0y0" fmla="*/ 880 h 1075"/>
                  <a:gd name="p0x1" fmla="*/ 0 w 146"/>
                  <a:gd name="p0y1" fmla="*/ 194 h 1075"/>
                  <a:gd name="p0x2" fmla="*/ 0 w 146"/>
                  <a:gd name="p0y2" fmla="*/ 106 h 1075"/>
                  <a:gd name="p0x3" fmla="*/ 53 w 146"/>
                  <a:gd name="p0y3" fmla="*/ 31 h 1075"/>
                  <a:gd name="p0x4" fmla="*/ 129 w 146"/>
                  <a:gd name="p0y4" fmla="*/ 0 h 1075"/>
                  <a:gd name="p0x5" fmla="*/ 146 w 146"/>
                  <a:gd name="p0y5" fmla="*/ 13 h 1075"/>
                  <a:gd name="p0x6" fmla="*/ 146 w 146"/>
                  <a:gd name="p0y6" fmla="*/ 13 h 1075"/>
                  <a:gd name="p0x7" fmla="*/ 87 w 146"/>
                  <a:gd name="p0y7" fmla="*/ 43 h 1075"/>
                  <a:gd name="p0x8" fmla="*/ 45 w 146"/>
                  <a:gd name="p0y8" fmla="*/ 112 h 1075"/>
                  <a:gd name="p0x9" fmla="*/ 45 w 146"/>
                  <a:gd name="p0y9" fmla="*/ 194 h 1075"/>
                  <a:gd name="p0x10" fmla="*/ 45 w 146"/>
                  <a:gd name="p0y10" fmla="*/ 880 h 1075"/>
                  <a:gd name="p0x11" fmla="*/ 45 w 146"/>
                  <a:gd name="p0y11" fmla="*/ 962 h 1075"/>
                  <a:gd name="p0x12" fmla="*/ 87 w 146"/>
                  <a:gd name="p0y12" fmla="*/ 1031 h 1075"/>
                  <a:gd name="p0x13" fmla="*/ 146 w 146"/>
                  <a:gd name="p0y13" fmla="*/ 1061 h 1075"/>
                  <a:gd name="p0x14" fmla="*/ 129 w 146"/>
                  <a:gd name="p0y14" fmla="*/ 1075 h 1075"/>
                  <a:gd name="p0x15" fmla="*/ 129 w 146"/>
                  <a:gd name="p0y15" fmla="*/ 1075 h 1075"/>
                  <a:gd name="p0x16" fmla="*/ 53 w 146"/>
                  <a:gd name="p0y16" fmla="*/ 1043 h 1075"/>
                  <a:gd name="p0x17" fmla="*/ 0 w 146"/>
                  <a:gd name="p0y17" fmla="*/ 968 h 1075"/>
                  <a:gd name="p0x18" fmla="*/ 0 w 146"/>
                  <a:gd name="p0y18" fmla="*/ 880 h 107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lnTo>
                      <a:pt x="p0x6" y="p0y6"/>
                    </a:lnTo>
                    <a:cubicBezTo>
                      <a:pt x="p0x7" y="p0y7"/>
                      <a:pt x="p0x8" y="p0y8"/>
                      <a:pt x="p0x9" y="p0y9"/>
                    </a:cubicBezTo>
                    <a:lnTo>
                      <a:pt x="p0x10" y="p0y10"/>
                    </a:lnTo>
                    <a:cubicBezTo>
                      <a:pt x="p0x11" y="p0y11"/>
                      <a:pt x="p0x12" y="p0y12"/>
                      <a:pt x="p0x13" y="p0y13"/>
                    </a:cubicBezTo>
                    <a:lnTo>
                      <a:pt x="p0x14" y="p0y14"/>
                    </a:lnTo>
                    <a:lnTo>
                      <a:pt x="p0x15" y="p0y15"/>
                    </a:lnTo>
                    <a:cubicBezTo>
                      <a:pt x="p0x16" y="p0y16"/>
                      <a:pt x="p0x17" y="p0y17"/>
                      <a:pt x="p0x18" y="p0y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84" name="文本框 83"/>
            <p:cNvSpPr txBox="1"/>
            <p:nvPr>
              <p:custDataLst>
                <p:tags r:id="rId77"/>
              </p:custDataLst>
            </p:nvPr>
          </p:nvSpPr>
          <p:spPr>
            <a:xfrm>
              <a:off x="7385" y="7100"/>
              <a:ext cx="446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 b="1">
                  <a:solidFill>
                    <a:schemeClr val="tx2"/>
                  </a:solidFill>
                  <a:cs typeface="+mn-lt"/>
                </a:rPr>
                <a:t>子任务与进度汇总</a:t>
              </a:r>
              <a:endParaRPr sz="1500" b="1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85" name="文本框 84"/>
            <p:cNvSpPr txBox="1"/>
            <p:nvPr>
              <p:custDataLst>
                <p:tags r:id="rId78"/>
              </p:custDataLst>
            </p:nvPr>
          </p:nvSpPr>
          <p:spPr>
            <a:xfrm>
              <a:off x="7385" y="7504"/>
              <a:ext cx="446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350">
                  <a:solidFill>
                    <a:srgbClr val="3D6B7E"/>
                  </a:solidFill>
                  <a:cs typeface="+mn-lt"/>
                </a:rPr>
                <a:t>父任务自动统计完成比例</a:t>
              </a:r>
              <a:endParaRPr sz="1350">
                <a:solidFill>
                  <a:srgbClr val="3D6B7E"/>
                </a:solidFill>
                <a:cs typeface="+mn-lt"/>
              </a:endParaRPr>
            </a:p>
          </p:txBody>
        </p:sp>
        <p:sp>
          <p:nvSpPr>
            <p:cNvPr id="86" name="任意多边形 85"/>
            <p:cNvSpPr/>
            <p:nvPr>
              <p:custDataLst>
                <p:tags r:id="rId79"/>
              </p:custDataLst>
            </p:nvPr>
          </p:nvSpPr>
          <p:spPr>
            <a:xfrm>
              <a:off x="12602" y="3412"/>
              <a:ext cx="5375" cy="5523"/>
            </a:xfrm>
            <a:custGeom>
              <a:avLst/>
              <a:gdLst>
                <a:gd name="sw" fmla="*/ 1 w 5375"/>
                <a:gd name="sh" fmla="*/ 1 h 5523"/>
                <a:gd name="mins" fmla="min sw sh"/>
                <a:gd name="dsw" fmla="+- 0 sw mins"/>
                <a:gd name="dsh" fmla="+- 0 sh mins"/>
                <a:gd name="p0x0" fmla="*/ 210 w 5375"/>
                <a:gd name="p0y0" fmla="*/ 0 h 5523"/>
                <a:gd name="p0x1" fmla="*/ 5165 w 5375"/>
                <a:gd name="p0y1" fmla="*/ 0 h 5523"/>
                <a:gd name="p0x2" fmla="*/ 5281 w 5375"/>
                <a:gd name="p0y2" fmla="*/ 0 h 5523"/>
                <a:gd name="p0x3" fmla="*/ 5375 w 5375"/>
                <a:gd name="p0y3" fmla="*/ 94 h 5523"/>
                <a:gd name="p0x4" fmla="*/ 5375 w 5375"/>
                <a:gd name="p0y4" fmla="*/ 210 h 5523"/>
                <a:gd name="p0x5" fmla="*/ 5375 w 5375"/>
                <a:gd name="p0y5" fmla="*/ 5313 h 5523"/>
                <a:gd name="p0x6" fmla="*/ 5375 w 5375"/>
                <a:gd name="p0y6" fmla="*/ 5429 h 5523"/>
                <a:gd name="p0x7" fmla="*/ 5281 w 5375"/>
                <a:gd name="p0y7" fmla="*/ 5523 h 5523"/>
                <a:gd name="p0x8" fmla="*/ 5165 w 5375"/>
                <a:gd name="p0y8" fmla="*/ 5523 h 5523"/>
                <a:gd name="p0x9" fmla="*/ 210 w 5375"/>
                <a:gd name="p0y9" fmla="*/ 5523 h 5523"/>
                <a:gd name="p0x10" fmla="*/ 94 w 5375"/>
                <a:gd name="p0y10" fmla="*/ 5523 h 5523"/>
                <a:gd name="p0x11" fmla="*/ 0 w 5375"/>
                <a:gd name="p0y11" fmla="*/ 5429 h 5523"/>
                <a:gd name="p0x12" fmla="*/ 0 w 5375"/>
                <a:gd name="p0y12" fmla="*/ 5313 h 5523"/>
                <a:gd name="p0x13" fmla="*/ 0 w 5375"/>
                <a:gd name="p0y13" fmla="*/ 210 h 5523"/>
                <a:gd name="p0x14" fmla="*/ 0 w 5375"/>
                <a:gd name="p0y14" fmla="*/ 94 h 5523"/>
                <a:gd name="p0x15" fmla="*/ 94 w 5375"/>
                <a:gd name="p0y15" fmla="*/ 0 h 5523"/>
                <a:gd name="p0x16" fmla="*/ 210 w 5375"/>
                <a:gd name="p0y16" fmla="*/ 0 h 552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 w="9525" cmpd="sng">
              <a:solidFill>
                <a:schemeClr val="accent1">
                  <a:lumMod val="20732"/>
                  <a:lumOff val="79268"/>
                </a:schemeClr>
              </a:solidFill>
              <a:prstDash val="solid"/>
            </a:ln>
            <a:effectLst>
              <a:outerShdw blurRad="114300" dist="19050" dir="5399999" algn="ctr" rotWithShape="0">
                <a:srgbClr val="1A547C">
                  <a:alpha val="7843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24" name="组合 123"/>
            <p:cNvGrpSpPr/>
            <p:nvPr/>
          </p:nvGrpSpPr>
          <p:grpSpPr>
            <a:xfrm>
              <a:off x="12849" y="3660"/>
              <a:ext cx="4880" cy="674"/>
              <a:chOff x="12849" y="3660"/>
              <a:chExt cx="4880" cy="674"/>
            </a:xfrm>
          </p:grpSpPr>
          <p:sp>
            <p:nvSpPr>
              <p:cNvPr id="87" name="任意多边形 86"/>
              <p:cNvSpPr/>
              <p:nvPr>
                <p:custDataLst>
                  <p:tags r:id="rId80"/>
                </p:custDataLst>
              </p:nvPr>
            </p:nvSpPr>
            <p:spPr>
              <a:xfrm>
                <a:off x="12849" y="3660"/>
                <a:ext cx="4881" cy="675"/>
              </a:xfrm>
              <a:custGeom>
                <a:avLst/>
                <a:gdLst>
                  <a:gd name="sw" fmla="*/ 1 w 4880"/>
                  <a:gd name="sh" fmla="*/ 1 h 675"/>
                  <a:gd name="mins" fmla="min sw sh"/>
                  <a:gd name="dsw" fmla="+- 0 sw mins"/>
                  <a:gd name="dsh" fmla="+- 0 sh mins"/>
                  <a:gd name="p0x0" fmla="*/ 0 w 4880"/>
                  <a:gd name="p0y0" fmla="*/ 0 h 675"/>
                  <a:gd name="p0x1" fmla="*/ 4880 w 4880"/>
                  <a:gd name="p0y1" fmla="*/ 0 h 675"/>
                  <a:gd name="p0x2" fmla="*/ 4880 w 4880"/>
                  <a:gd name="p0y2" fmla="*/ 675 h 675"/>
                  <a:gd name="p0x3" fmla="*/ 0 w 4880"/>
                  <a:gd name="p0y3" fmla="*/ 675 h 675"/>
                  <a:gd name="p0x4" fmla="*/ 0 w 4880"/>
                  <a:gd name="p0y4" fmla="*/ 0 h 67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任意多边形 87"/>
              <p:cNvSpPr/>
              <p:nvPr>
                <p:custDataLst>
                  <p:tags r:id="rId81"/>
                </p:custDataLst>
              </p:nvPr>
            </p:nvSpPr>
            <p:spPr>
              <a:xfrm>
                <a:off x="12849" y="4320"/>
                <a:ext cx="4881" cy="15"/>
              </a:xfrm>
              <a:custGeom>
                <a:avLst/>
                <a:gdLst>
                  <a:gd name="sw" fmla="*/ 1 w 4880"/>
                  <a:gd name="sh" fmla="*/ 1 h 15"/>
                  <a:gd name="mins" fmla="min sw sh"/>
                  <a:gd name="dsw" fmla="+- 0 sw mins"/>
                  <a:gd name="dsh" fmla="+- 0 sh mins"/>
                  <a:gd name="p0x0" fmla="*/ 4880 w 4880"/>
                  <a:gd name="p0y0" fmla="*/ 15 h 15"/>
                  <a:gd name="p0x1" fmla="*/ 0 w 4880"/>
                  <a:gd name="p0y1" fmla="*/ 15 h 15"/>
                  <a:gd name="p0x2" fmla="*/ 0 w 4880"/>
                  <a:gd name="p0y2" fmla="*/ 0 h 15"/>
                  <a:gd name="p0x3" fmla="*/ 4880 w 4880"/>
                  <a:gd name="p0y3" fmla="*/ 0 h 15"/>
                  <a:gd name="p0x4" fmla="*/ 4880 w 4880"/>
                  <a:gd name="p0y4" fmla="*/ 15 h 1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lnTo>
                      <a:pt x="p0x2" y="p0y2"/>
                    </a:lnTo>
                    <a:lnTo>
                      <a:pt x="p0x3" y="p0y3"/>
                    </a:lnTo>
                    <a:lnTo>
                      <a:pt x="p0x4" y="p0y4"/>
                    </a:lnTo>
                    <a:close/>
                  </a:path>
                </a:pathLst>
              </a:custGeom>
              <a:solidFill>
                <a:schemeClr val="accent1">
                  <a:lumMod val="20732"/>
                  <a:lumOff val="79268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0" name="任意多边形 89"/>
            <p:cNvSpPr/>
            <p:nvPr>
              <p:custDataLst>
                <p:tags r:id="rId82"/>
              </p:custDataLst>
            </p:nvPr>
          </p:nvSpPr>
          <p:spPr>
            <a:xfrm>
              <a:off x="12849" y="3660"/>
              <a:ext cx="540" cy="540"/>
            </a:xfrm>
            <a:custGeom>
              <a:avLst/>
              <a:gdLst>
                <a:gd name="sw" fmla="*/ 1 w 540"/>
                <a:gd name="sh" fmla="*/ 1 h 540"/>
                <a:gd name="mins" fmla="min sw sh"/>
                <a:gd name="dsw" fmla="+- 0 sw mins"/>
                <a:gd name="dsh" fmla="+- 0 sh mins"/>
                <a:gd name="p0x0" fmla="*/ 120 w 540"/>
                <a:gd name="p0y0" fmla="*/ 0 h 540"/>
                <a:gd name="p0x1" fmla="*/ 420 w 540"/>
                <a:gd name="p0y1" fmla="*/ 0 h 540"/>
                <a:gd name="p0x2" fmla="*/ 486 w 540"/>
                <a:gd name="p0y2" fmla="*/ 0 h 540"/>
                <a:gd name="p0x3" fmla="*/ 540 w 540"/>
                <a:gd name="p0y3" fmla="*/ 53 h 540"/>
                <a:gd name="p0x4" fmla="*/ 540 w 540"/>
                <a:gd name="p0y4" fmla="*/ 120 h 540"/>
                <a:gd name="p0x5" fmla="*/ 540 w 540"/>
                <a:gd name="p0y5" fmla="*/ 420 h 540"/>
                <a:gd name="p0x6" fmla="*/ 540 w 540"/>
                <a:gd name="p0y6" fmla="*/ 486 h 540"/>
                <a:gd name="p0x7" fmla="*/ 486 w 540"/>
                <a:gd name="p0y7" fmla="*/ 540 h 540"/>
                <a:gd name="p0x8" fmla="*/ 420 w 540"/>
                <a:gd name="p0y8" fmla="*/ 540 h 540"/>
                <a:gd name="p0x9" fmla="*/ 120 w 540"/>
                <a:gd name="p0y9" fmla="*/ 540 h 540"/>
                <a:gd name="p0x10" fmla="*/ 53 w 540"/>
                <a:gd name="p0y10" fmla="*/ 540 h 540"/>
                <a:gd name="p0x11" fmla="*/ 0 w 540"/>
                <a:gd name="p0y11" fmla="*/ 486 h 540"/>
                <a:gd name="p0x12" fmla="*/ 0 w 540"/>
                <a:gd name="p0y12" fmla="*/ 420 h 540"/>
                <a:gd name="p0x13" fmla="*/ 0 w 540"/>
                <a:gd name="p0y13" fmla="*/ 120 h 540"/>
                <a:gd name="p0x14" fmla="*/ 0 w 540"/>
                <a:gd name="p0y14" fmla="*/ 53 h 540"/>
                <a:gd name="p0x15" fmla="*/ 53 w 540"/>
                <a:gd name="p0y15" fmla="*/ 0 h 540"/>
                <a:gd name="p0x16" fmla="*/ 120 w 540"/>
                <a:gd name="p0y16" fmla="*/ 0 h 5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15548"/>
                <a:lumOff val="8445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91" name="图片 90"/>
            <p:cNvPicPr>
              <a:picLocks noChangeAspect="1"/>
            </p:cNvPicPr>
            <p:nvPr>
              <p:custDataLst>
                <p:tags r:id="rId83"/>
              </p:custDataLst>
            </p:nvPr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rcRect l="-4259" t="-9298" r="-4259" b="-9298"/>
            <a:stretch>
              <a:fillRect/>
            </a:stretch>
          </p:blipFill>
          <p:spPr>
            <a:xfrm>
              <a:off x="12973" y="3757"/>
              <a:ext cx="293" cy="338"/>
            </a:xfrm>
            <a:prstGeom prst="rect">
              <a:avLst/>
            </a:prstGeom>
          </p:spPr>
        </p:pic>
        <p:sp>
          <p:nvSpPr>
            <p:cNvPr id="93" name="文本框 92"/>
            <p:cNvSpPr txBox="1"/>
            <p:nvPr>
              <p:custDataLst>
                <p:tags r:id="rId86"/>
              </p:custDataLst>
            </p:nvPr>
          </p:nvSpPr>
          <p:spPr>
            <a:xfrm>
              <a:off x="13570" y="3681"/>
              <a:ext cx="4160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b="1" spc="36">
                  <a:solidFill>
                    <a:srgbClr val="1A4A5E"/>
                  </a:solidFill>
                  <a:cs typeface="+mn-lt"/>
                </a:rPr>
                <a:t>后续规划</a:t>
              </a:r>
              <a:endParaRPr b="1" spc="36">
                <a:solidFill>
                  <a:srgbClr val="1A4A5E"/>
                </a:solidFill>
                <a:cs typeface="+mn-lt"/>
              </a:endParaRPr>
            </a:p>
          </p:txBody>
        </p:sp>
        <p:grpSp>
          <p:nvGrpSpPr>
            <p:cNvPr id="125" name="组合 124"/>
            <p:cNvGrpSpPr/>
            <p:nvPr/>
          </p:nvGrpSpPr>
          <p:grpSpPr>
            <a:xfrm>
              <a:off x="12849" y="5107"/>
              <a:ext cx="4880" cy="1107"/>
              <a:chOff x="12849" y="5107"/>
              <a:chExt cx="4880" cy="1107"/>
            </a:xfrm>
          </p:grpSpPr>
          <p:sp>
            <p:nvSpPr>
              <p:cNvPr id="94" name="任意多边形 93"/>
              <p:cNvSpPr/>
              <p:nvPr>
                <p:custDataLst>
                  <p:tags r:id="rId87"/>
                </p:custDataLst>
              </p:nvPr>
            </p:nvSpPr>
            <p:spPr>
              <a:xfrm>
                <a:off x="12849" y="5107"/>
                <a:ext cx="4881" cy="1107"/>
              </a:xfrm>
              <a:custGeom>
                <a:avLst/>
                <a:gdLst>
                  <a:gd name="sw" fmla="*/ 1 w 4880"/>
                  <a:gd name="sh" fmla="*/ 1 h 1106"/>
                  <a:gd name="mins" fmla="min sw sh"/>
                  <a:gd name="dsw" fmla="+- 0 sw mins"/>
                  <a:gd name="dsh" fmla="+- 0 sh mins"/>
                  <a:gd name="p0x0" fmla="*/ 210 w 4880"/>
                  <a:gd name="p0y0" fmla="*/ 0 h 1106"/>
                  <a:gd name="p0x1" fmla="*/ 4670 w 4880"/>
                  <a:gd name="p0y1" fmla="*/ 0 h 1106"/>
                  <a:gd name="p0x2" fmla="*/ 4786 w 4880"/>
                  <a:gd name="p0y2" fmla="*/ 0 h 1106"/>
                  <a:gd name="p0x3" fmla="*/ 4880 w 4880"/>
                  <a:gd name="p0y3" fmla="*/ 94 h 1106"/>
                  <a:gd name="p0x4" fmla="*/ 4880 w 4880"/>
                  <a:gd name="p0y4" fmla="*/ 210 h 1106"/>
                  <a:gd name="p0x5" fmla="*/ 4880 w 4880"/>
                  <a:gd name="p0y5" fmla="*/ 896 h 1106"/>
                  <a:gd name="p0x6" fmla="*/ 4880 w 4880"/>
                  <a:gd name="p0y6" fmla="*/ 1012 h 1106"/>
                  <a:gd name="p0x7" fmla="*/ 4786 w 4880"/>
                  <a:gd name="p0y7" fmla="*/ 1106 h 1106"/>
                  <a:gd name="p0x8" fmla="*/ 4670 w 4880"/>
                  <a:gd name="p0y8" fmla="*/ 1106 h 1106"/>
                  <a:gd name="p0x9" fmla="*/ 210 w 4880"/>
                  <a:gd name="p0y9" fmla="*/ 1106 h 1106"/>
                  <a:gd name="p0x10" fmla="*/ 94 w 4880"/>
                  <a:gd name="p0y10" fmla="*/ 1106 h 1106"/>
                  <a:gd name="p0x11" fmla="*/ 0 w 4880"/>
                  <a:gd name="p0y11" fmla="*/ 1012 h 1106"/>
                  <a:gd name="p0x12" fmla="*/ 0 w 4880"/>
                  <a:gd name="p0y12" fmla="*/ 896 h 1106"/>
                  <a:gd name="p0x13" fmla="*/ 0 w 4880"/>
                  <a:gd name="p0y13" fmla="*/ 210 h 1106"/>
                  <a:gd name="p0x14" fmla="*/ 0 w 4880"/>
                  <a:gd name="p0y14" fmla="*/ 94 h 1106"/>
                  <a:gd name="p0x15" fmla="*/ 94 w 4880"/>
                  <a:gd name="p0y15" fmla="*/ 0 h 1106"/>
                  <a:gd name="p0x16" fmla="*/ 210 w 4880"/>
                  <a:gd name="p0y16" fmla="*/ 0 h 1106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bg2">
                  <a:lumMod val="53347"/>
                  <a:lumOff val="46653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5" name="任意多边形 94"/>
              <p:cNvSpPr/>
              <p:nvPr>
                <p:custDataLst>
                  <p:tags r:id="rId88"/>
                </p:custDataLst>
              </p:nvPr>
            </p:nvSpPr>
            <p:spPr>
              <a:xfrm>
                <a:off x="12979" y="5107"/>
                <a:ext cx="4689" cy="73"/>
              </a:xfrm>
              <a:custGeom>
                <a:avLst/>
                <a:gdLst>
                  <a:gd name="sw" fmla="*/ 1 w 4688"/>
                  <a:gd name="sh" fmla="*/ 1 h 72"/>
                  <a:gd name="mins" fmla="min sw sh"/>
                  <a:gd name="dsw" fmla="+- 0 sw mins"/>
                  <a:gd name="dsh" fmla="+- 0 sh mins"/>
                  <a:gd name="p0x0" fmla="*/ 80 w 4688"/>
                  <a:gd name="p0y0" fmla="*/ 0 h 72"/>
                  <a:gd name="p0x1" fmla="*/ 4540 w 4688"/>
                  <a:gd name="p0y1" fmla="*/ 0 h 72"/>
                  <a:gd name="p0x2" fmla="*/ 4598 w 4688"/>
                  <a:gd name="p0y2" fmla="*/ 0 h 72"/>
                  <a:gd name="p0x3" fmla="*/ 4650 w 4688"/>
                  <a:gd name="p0y3" fmla="*/ 23 h 72"/>
                  <a:gd name="p0x4" fmla="*/ 4688 w 4688"/>
                  <a:gd name="p0y4" fmla="*/ 61 h 72"/>
                  <a:gd name="p0x5" fmla="*/ 4678 w 4688"/>
                  <a:gd name="p0y5" fmla="*/ 72 h 72"/>
                  <a:gd name="p0x6" fmla="*/ 4643 w 4688"/>
                  <a:gd name="p0y6" fmla="*/ 36 h 72"/>
                  <a:gd name="p0x7" fmla="*/ 4594 w 4688"/>
                  <a:gd name="p0y7" fmla="*/ 15 h 72"/>
                  <a:gd name="p0x8" fmla="*/ 4540 w 4688"/>
                  <a:gd name="p0y8" fmla="*/ 15 h 72"/>
                  <a:gd name="p0x9" fmla="*/ 80 w 4688"/>
                  <a:gd name="p0y9" fmla="*/ 15 h 72"/>
                  <a:gd name="p0x10" fmla="*/ 58 w 4688"/>
                  <a:gd name="p0y10" fmla="*/ 15 h 72"/>
                  <a:gd name="p0x11" fmla="*/ 36 w 4688"/>
                  <a:gd name="p0y11" fmla="*/ 20 h 72"/>
                  <a:gd name="p0x12" fmla="*/ 17 w 4688"/>
                  <a:gd name="p0y12" fmla="*/ 29 h 72"/>
                  <a:gd name="p0x13" fmla="*/ 0 w 4688"/>
                  <a:gd name="p0y13" fmla="*/ 15 h 72"/>
                  <a:gd name="p0x14" fmla="*/ 0 w 4688"/>
                  <a:gd name="p0y14" fmla="*/ 15 h 72"/>
                  <a:gd name="p0x15" fmla="*/ 24 w 4688"/>
                  <a:gd name="p0y15" fmla="*/ 5 h 72"/>
                  <a:gd name="p0x16" fmla="*/ 51 w 4688"/>
                  <a:gd name="p0y16" fmla="*/ 0 h 72"/>
                  <a:gd name="p0x17" fmla="*/ 80 w 4688"/>
                  <a:gd name="p0y17" fmla="*/ 0 h 72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lnTo>
                      <a:pt x="p0x14" y="p0y14"/>
                    </a:lnTo>
                    <a:cubicBezTo>
                      <a:pt x="p0x15" y="p0y15"/>
                      <a:pt x="p0x16" y="p0y16"/>
                      <a:pt x="p0x17" y="p0y17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任意多边形 95"/>
              <p:cNvSpPr/>
              <p:nvPr>
                <p:custDataLst>
                  <p:tags r:id="rId89"/>
                </p:custDataLst>
              </p:nvPr>
            </p:nvSpPr>
            <p:spPr>
              <a:xfrm>
                <a:off x="17657" y="5169"/>
                <a:ext cx="73" cy="984"/>
              </a:xfrm>
              <a:custGeom>
                <a:avLst/>
                <a:gdLst>
                  <a:gd name="sw" fmla="*/ 1 w 72"/>
                  <a:gd name="sh" fmla="*/ 1 h 983"/>
                  <a:gd name="mins" fmla="min sw sh"/>
                  <a:gd name="dsw" fmla="+- 0 sw mins"/>
                  <a:gd name="dsh" fmla="+- 0 sh mins"/>
                  <a:gd name="p0x0" fmla="*/ 72 w 72"/>
                  <a:gd name="p0y0" fmla="*/ 148 h 983"/>
                  <a:gd name="p0x1" fmla="*/ 72 w 72"/>
                  <a:gd name="p0y1" fmla="*/ 835 h 983"/>
                  <a:gd name="p0x2" fmla="*/ 72 w 72"/>
                  <a:gd name="p0y2" fmla="*/ 893 h 983"/>
                  <a:gd name="p0x3" fmla="*/ 48 w 72"/>
                  <a:gd name="p0y3" fmla="*/ 945 h 983"/>
                  <a:gd name="p0x4" fmla="*/ 10 w 72"/>
                  <a:gd name="p0y4" fmla="*/ 983 h 983"/>
                  <a:gd name="p0x5" fmla="*/ 0 w 72"/>
                  <a:gd name="p0y5" fmla="*/ 973 h 983"/>
                  <a:gd name="p0x6" fmla="*/ 35 w 72"/>
                  <a:gd name="p0y6" fmla="*/ 938 h 983"/>
                  <a:gd name="p0x7" fmla="*/ 57 w 72"/>
                  <a:gd name="p0y7" fmla="*/ 889 h 983"/>
                  <a:gd name="p0x8" fmla="*/ 57 w 72"/>
                  <a:gd name="p0y8" fmla="*/ 835 h 983"/>
                  <a:gd name="p0x9" fmla="*/ 57 w 72"/>
                  <a:gd name="p0y9" fmla="*/ 148 h 983"/>
                  <a:gd name="p0x10" fmla="*/ 57 w 72"/>
                  <a:gd name="p0y10" fmla="*/ 94 h 983"/>
                  <a:gd name="p0x11" fmla="*/ 35 w 72"/>
                  <a:gd name="p0y11" fmla="*/ 45 h 983"/>
                  <a:gd name="p0x12" fmla="*/ 0 w 72"/>
                  <a:gd name="p0y12" fmla="*/ 10 h 983"/>
                  <a:gd name="p0x13" fmla="*/ 10 w 72"/>
                  <a:gd name="p0y13" fmla="*/ 0 h 983"/>
                  <a:gd name="p0x14" fmla="*/ 48 w 72"/>
                  <a:gd name="p0y14" fmla="*/ 38 h 983"/>
                  <a:gd name="p0x15" fmla="*/ 72 w 72"/>
                  <a:gd name="p0y15" fmla="*/ 90 h 983"/>
                  <a:gd name="p0x16" fmla="*/ 72 w 72"/>
                  <a:gd name="p0y16" fmla="*/ 148 h 983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7" name="任意多边形 96"/>
              <p:cNvSpPr/>
              <p:nvPr>
                <p:custDataLst>
                  <p:tags r:id="rId90"/>
                </p:custDataLst>
              </p:nvPr>
            </p:nvSpPr>
            <p:spPr>
              <a:xfrm>
                <a:off x="12979" y="6142"/>
                <a:ext cx="4689" cy="72"/>
              </a:xfrm>
              <a:custGeom>
                <a:avLst/>
                <a:gdLst>
                  <a:gd name="sw" fmla="*/ 1 w 4688"/>
                  <a:gd name="sh" fmla="*/ 1 h 72"/>
                  <a:gd name="mins" fmla="min sw sh"/>
                  <a:gd name="dsw" fmla="+- 0 sw mins"/>
                  <a:gd name="dsh" fmla="+- 0 sh mins"/>
                  <a:gd name="p0x0" fmla="*/ 4540 w 4688"/>
                  <a:gd name="p0y0" fmla="*/ 72 h 72"/>
                  <a:gd name="p0x1" fmla="*/ 80 w 4688"/>
                  <a:gd name="p0y1" fmla="*/ 72 h 72"/>
                  <a:gd name="p0x2" fmla="*/ 51 w 4688"/>
                  <a:gd name="p0y2" fmla="*/ 72 h 72"/>
                  <a:gd name="p0x3" fmla="*/ 24 w 4688"/>
                  <a:gd name="p0y3" fmla="*/ 66 h 72"/>
                  <a:gd name="p0x4" fmla="*/ 0 w 4688"/>
                  <a:gd name="p0y4" fmla="*/ 56 h 72"/>
                  <a:gd name="p0x5" fmla="*/ 17 w 4688"/>
                  <a:gd name="p0y5" fmla="*/ 42 h 72"/>
                  <a:gd name="p0x6" fmla="*/ 17 w 4688"/>
                  <a:gd name="p0y6" fmla="*/ 42 h 72"/>
                  <a:gd name="p0x7" fmla="*/ 36 w 4688"/>
                  <a:gd name="p0y7" fmla="*/ 51 h 72"/>
                  <a:gd name="p0x8" fmla="*/ 58 w 4688"/>
                  <a:gd name="p0y8" fmla="*/ 57 h 72"/>
                  <a:gd name="p0x9" fmla="*/ 80 w 4688"/>
                  <a:gd name="p0y9" fmla="*/ 57 h 72"/>
                  <a:gd name="p0x10" fmla="*/ 4540 w 4688"/>
                  <a:gd name="p0y10" fmla="*/ 57 h 72"/>
                  <a:gd name="p0x11" fmla="*/ 4594 w 4688"/>
                  <a:gd name="p0y11" fmla="*/ 57 h 72"/>
                  <a:gd name="p0x12" fmla="*/ 4643 w 4688"/>
                  <a:gd name="p0y12" fmla="*/ 35 h 72"/>
                  <a:gd name="p0x13" fmla="*/ 4678 w 4688"/>
                  <a:gd name="p0y13" fmla="*/ 0 h 72"/>
                  <a:gd name="p0x14" fmla="*/ 4688 w 4688"/>
                  <a:gd name="p0y14" fmla="*/ 10 h 72"/>
                  <a:gd name="p0x15" fmla="*/ 4650 w 4688"/>
                  <a:gd name="p0y15" fmla="*/ 48 h 72"/>
                  <a:gd name="p0x16" fmla="*/ 4598 w 4688"/>
                  <a:gd name="p0y16" fmla="*/ 72 h 72"/>
                  <a:gd name="p0x17" fmla="*/ 4540 w 4688"/>
                  <a:gd name="p0y17" fmla="*/ 72 h 72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lnTo>
                      <a:pt x="p0x6" y="p0y6"/>
                    </a:lnTo>
                    <a:cubicBezTo>
                      <a:pt x="p0x7" y="p0y7"/>
                      <a:pt x="p0x8" y="p0y8"/>
                      <a:pt x="p0x9" y="p0y9"/>
                    </a:cubicBezTo>
                    <a:lnTo>
                      <a:pt x="p0x10" y="p0y10"/>
                    </a:lnTo>
                    <a:cubicBezTo>
                      <a:pt x="p0x11" y="p0y11"/>
                      <a:pt x="p0x12" y="p0y12"/>
                      <a:pt x="p0x13" y="p0y13"/>
                    </a:cubicBezTo>
                    <a:lnTo>
                      <a:pt x="p0x14" y="p0y14"/>
                    </a:lnTo>
                    <a:cubicBezTo>
                      <a:pt x="p0x15" y="p0y15"/>
                      <a:pt x="p0x16" y="p0y16"/>
                      <a:pt x="p0x17" y="p0y17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8" name="任意多边形 97"/>
              <p:cNvSpPr/>
              <p:nvPr>
                <p:custDataLst>
                  <p:tags r:id="rId91"/>
                </p:custDataLst>
              </p:nvPr>
            </p:nvSpPr>
            <p:spPr>
              <a:xfrm>
                <a:off x="12849" y="5123"/>
                <a:ext cx="147" cy="1075"/>
              </a:xfrm>
              <a:custGeom>
                <a:avLst/>
                <a:gdLst>
                  <a:gd name="sw" fmla="*/ 1 w 146"/>
                  <a:gd name="sh" fmla="*/ 1 h 1075"/>
                  <a:gd name="mins" fmla="min sw sh"/>
                  <a:gd name="dsw" fmla="+- 0 sw mins"/>
                  <a:gd name="dsh" fmla="+- 0 sh mins"/>
                  <a:gd name="p0x0" fmla="*/ 0 w 146"/>
                  <a:gd name="p0y0" fmla="*/ 880 h 1075"/>
                  <a:gd name="p0x1" fmla="*/ 0 w 146"/>
                  <a:gd name="p0y1" fmla="*/ 194 h 1075"/>
                  <a:gd name="p0x2" fmla="*/ 0 w 146"/>
                  <a:gd name="p0y2" fmla="*/ 106 h 1075"/>
                  <a:gd name="p0x3" fmla="*/ 53 w 146"/>
                  <a:gd name="p0y3" fmla="*/ 31 h 1075"/>
                  <a:gd name="p0x4" fmla="*/ 129 w 146"/>
                  <a:gd name="p0y4" fmla="*/ 0 h 1075"/>
                  <a:gd name="p0x5" fmla="*/ 146 w 146"/>
                  <a:gd name="p0y5" fmla="*/ 13 h 1075"/>
                  <a:gd name="p0x6" fmla="*/ 146 w 146"/>
                  <a:gd name="p0y6" fmla="*/ 13 h 1075"/>
                  <a:gd name="p0x7" fmla="*/ 87 w 146"/>
                  <a:gd name="p0y7" fmla="*/ 43 h 1075"/>
                  <a:gd name="p0x8" fmla="*/ 45 w 146"/>
                  <a:gd name="p0y8" fmla="*/ 112 h 1075"/>
                  <a:gd name="p0x9" fmla="*/ 45 w 146"/>
                  <a:gd name="p0y9" fmla="*/ 194 h 1075"/>
                  <a:gd name="p0x10" fmla="*/ 45 w 146"/>
                  <a:gd name="p0y10" fmla="*/ 880 h 1075"/>
                  <a:gd name="p0x11" fmla="*/ 45 w 146"/>
                  <a:gd name="p0y11" fmla="*/ 962 h 1075"/>
                  <a:gd name="p0x12" fmla="*/ 87 w 146"/>
                  <a:gd name="p0y12" fmla="*/ 1031 h 1075"/>
                  <a:gd name="p0x13" fmla="*/ 146 w 146"/>
                  <a:gd name="p0y13" fmla="*/ 1061 h 1075"/>
                  <a:gd name="p0x14" fmla="*/ 129 w 146"/>
                  <a:gd name="p0y14" fmla="*/ 1075 h 1075"/>
                  <a:gd name="p0x15" fmla="*/ 129 w 146"/>
                  <a:gd name="p0y15" fmla="*/ 1075 h 1075"/>
                  <a:gd name="p0x16" fmla="*/ 53 w 146"/>
                  <a:gd name="p0y16" fmla="*/ 1043 h 1075"/>
                  <a:gd name="p0x17" fmla="*/ 0 w 146"/>
                  <a:gd name="p0y17" fmla="*/ 968 h 1075"/>
                  <a:gd name="p0x18" fmla="*/ 0 w 146"/>
                  <a:gd name="p0y18" fmla="*/ 880 h 107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lnTo>
                      <a:pt x="p0x6" y="p0y6"/>
                    </a:lnTo>
                    <a:cubicBezTo>
                      <a:pt x="p0x7" y="p0y7"/>
                      <a:pt x="p0x8" y="p0y8"/>
                      <a:pt x="p0x9" y="p0y9"/>
                    </a:cubicBezTo>
                    <a:lnTo>
                      <a:pt x="p0x10" y="p0y10"/>
                    </a:lnTo>
                    <a:cubicBezTo>
                      <a:pt x="p0x11" y="p0y11"/>
                      <a:pt x="p0x12" y="p0y12"/>
                      <a:pt x="p0x13" y="p0y13"/>
                    </a:cubicBezTo>
                    <a:lnTo>
                      <a:pt x="p0x14" y="p0y14"/>
                    </a:lnTo>
                    <a:lnTo>
                      <a:pt x="p0x15" y="p0y15"/>
                    </a:lnTo>
                    <a:cubicBezTo>
                      <a:pt x="p0x16" y="p0y16"/>
                      <a:pt x="p0x17" y="p0y17"/>
                      <a:pt x="p0x18" y="p0y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00" name="文本框 99"/>
            <p:cNvSpPr txBox="1"/>
            <p:nvPr>
              <p:custDataLst>
                <p:tags r:id="rId92"/>
              </p:custDataLst>
            </p:nvPr>
          </p:nvSpPr>
          <p:spPr>
            <a:xfrm>
              <a:off x="13075" y="5220"/>
              <a:ext cx="446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 b="1">
                  <a:solidFill>
                    <a:schemeClr val="tx2"/>
                  </a:solidFill>
                  <a:cs typeface="+mn-lt"/>
                </a:rPr>
                <a:t>团队聊天</a:t>
              </a:r>
              <a:endParaRPr sz="1500" b="1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101" name="文本框 100"/>
            <p:cNvSpPr txBox="1"/>
            <p:nvPr>
              <p:custDataLst>
                <p:tags r:id="rId93"/>
              </p:custDataLst>
            </p:nvPr>
          </p:nvSpPr>
          <p:spPr>
            <a:xfrm>
              <a:off x="13075" y="5624"/>
              <a:ext cx="446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350">
                  <a:solidFill>
                    <a:srgbClr val="3D6B7E"/>
                  </a:solidFill>
                  <a:cs typeface="+mn-lt"/>
                </a:rPr>
                <a:t>项目内轻量沟通</a:t>
              </a:r>
              <a:endParaRPr sz="1350">
                <a:solidFill>
                  <a:srgbClr val="3D6B7E"/>
                </a:solidFill>
                <a:cs typeface="+mn-lt"/>
              </a:endParaRPr>
            </a:p>
          </p:txBody>
        </p:sp>
        <p:grpSp>
          <p:nvGrpSpPr>
            <p:cNvPr id="126" name="组合 125"/>
            <p:cNvGrpSpPr/>
            <p:nvPr/>
          </p:nvGrpSpPr>
          <p:grpSpPr>
            <a:xfrm>
              <a:off x="12849" y="6987"/>
              <a:ext cx="4880" cy="1107"/>
              <a:chOff x="12849" y="6987"/>
              <a:chExt cx="4880" cy="1107"/>
            </a:xfrm>
          </p:grpSpPr>
          <p:sp>
            <p:nvSpPr>
              <p:cNvPr id="102" name="任意多边形 101"/>
              <p:cNvSpPr/>
              <p:nvPr>
                <p:custDataLst>
                  <p:tags r:id="rId94"/>
                </p:custDataLst>
              </p:nvPr>
            </p:nvSpPr>
            <p:spPr>
              <a:xfrm>
                <a:off x="12849" y="6987"/>
                <a:ext cx="4881" cy="1107"/>
              </a:xfrm>
              <a:custGeom>
                <a:avLst/>
                <a:gdLst>
                  <a:gd name="sw" fmla="*/ 1 w 4880"/>
                  <a:gd name="sh" fmla="*/ 1 h 1106"/>
                  <a:gd name="mins" fmla="min sw sh"/>
                  <a:gd name="dsw" fmla="+- 0 sw mins"/>
                  <a:gd name="dsh" fmla="+- 0 sh mins"/>
                  <a:gd name="p0x0" fmla="*/ 210 w 4880"/>
                  <a:gd name="p0y0" fmla="*/ 0 h 1106"/>
                  <a:gd name="p0x1" fmla="*/ 4670 w 4880"/>
                  <a:gd name="p0y1" fmla="*/ 0 h 1106"/>
                  <a:gd name="p0x2" fmla="*/ 4786 w 4880"/>
                  <a:gd name="p0y2" fmla="*/ 0 h 1106"/>
                  <a:gd name="p0x3" fmla="*/ 4880 w 4880"/>
                  <a:gd name="p0y3" fmla="*/ 94 h 1106"/>
                  <a:gd name="p0x4" fmla="*/ 4880 w 4880"/>
                  <a:gd name="p0y4" fmla="*/ 210 h 1106"/>
                  <a:gd name="p0x5" fmla="*/ 4880 w 4880"/>
                  <a:gd name="p0y5" fmla="*/ 896 h 1106"/>
                  <a:gd name="p0x6" fmla="*/ 4880 w 4880"/>
                  <a:gd name="p0y6" fmla="*/ 1012 h 1106"/>
                  <a:gd name="p0x7" fmla="*/ 4786 w 4880"/>
                  <a:gd name="p0y7" fmla="*/ 1106 h 1106"/>
                  <a:gd name="p0x8" fmla="*/ 4670 w 4880"/>
                  <a:gd name="p0y8" fmla="*/ 1106 h 1106"/>
                  <a:gd name="p0x9" fmla="*/ 210 w 4880"/>
                  <a:gd name="p0y9" fmla="*/ 1106 h 1106"/>
                  <a:gd name="p0x10" fmla="*/ 94 w 4880"/>
                  <a:gd name="p0y10" fmla="*/ 1106 h 1106"/>
                  <a:gd name="p0x11" fmla="*/ 0 w 4880"/>
                  <a:gd name="p0y11" fmla="*/ 1012 h 1106"/>
                  <a:gd name="p0x12" fmla="*/ 0 w 4880"/>
                  <a:gd name="p0y12" fmla="*/ 896 h 1106"/>
                  <a:gd name="p0x13" fmla="*/ 0 w 4880"/>
                  <a:gd name="p0y13" fmla="*/ 210 h 1106"/>
                  <a:gd name="p0x14" fmla="*/ 0 w 4880"/>
                  <a:gd name="p0y14" fmla="*/ 94 h 1106"/>
                  <a:gd name="p0x15" fmla="*/ 94 w 4880"/>
                  <a:gd name="p0y15" fmla="*/ 0 h 1106"/>
                  <a:gd name="p0x16" fmla="*/ 210 w 4880"/>
                  <a:gd name="p0y16" fmla="*/ 0 h 1106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bg2">
                  <a:lumMod val="53347"/>
                  <a:lumOff val="46653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任意多边形 102"/>
              <p:cNvSpPr/>
              <p:nvPr>
                <p:custDataLst>
                  <p:tags r:id="rId95"/>
                </p:custDataLst>
              </p:nvPr>
            </p:nvSpPr>
            <p:spPr>
              <a:xfrm>
                <a:off x="12979" y="6987"/>
                <a:ext cx="4689" cy="72"/>
              </a:xfrm>
              <a:custGeom>
                <a:avLst/>
                <a:gdLst>
                  <a:gd name="sw" fmla="*/ 1 w 4688"/>
                  <a:gd name="sh" fmla="*/ 1 h 72"/>
                  <a:gd name="mins" fmla="min sw sh"/>
                  <a:gd name="dsw" fmla="+- 0 sw mins"/>
                  <a:gd name="dsh" fmla="+- 0 sh mins"/>
                  <a:gd name="p0x0" fmla="*/ 80 w 4688"/>
                  <a:gd name="p0y0" fmla="*/ 0 h 72"/>
                  <a:gd name="p0x1" fmla="*/ 4540 w 4688"/>
                  <a:gd name="p0y1" fmla="*/ 0 h 72"/>
                  <a:gd name="p0x2" fmla="*/ 4598 w 4688"/>
                  <a:gd name="p0y2" fmla="*/ 0 h 72"/>
                  <a:gd name="p0x3" fmla="*/ 4650 w 4688"/>
                  <a:gd name="p0y3" fmla="*/ 23 h 72"/>
                  <a:gd name="p0x4" fmla="*/ 4688 w 4688"/>
                  <a:gd name="p0y4" fmla="*/ 61 h 72"/>
                  <a:gd name="p0x5" fmla="*/ 4678 w 4688"/>
                  <a:gd name="p0y5" fmla="*/ 72 h 72"/>
                  <a:gd name="p0x6" fmla="*/ 4643 w 4688"/>
                  <a:gd name="p0y6" fmla="*/ 36 h 72"/>
                  <a:gd name="p0x7" fmla="*/ 4594 w 4688"/>
                  <a:gd name="p0y7" fmla="*/ 15 h 72"/>
                  <a:gd name="p0x8" fmla="*/ 4540 w 4688"/>
                  <a:gd name="p0y8" fmla="*/ 15 h 72"/>
                  <a:gd name="p0x9" fmla="*/ 80 w 4688"/>
                  <a:gd name="p0y9" fmla="*/ 15 h 72"/>
                  <a:gd name="p0x10" fmla="*/ 58 w 4688"/>
                  <a:gd name="p0y10" fmla="*/ 15 h 72"/>
                  <a:gd name="p0x11" fmla="*/ 36 w 4688"/>
                  <a:gd name="p0y11" fmla="*/ 20 h 72"/>
                  <a:gd name="p0x12" fmla="*/ 17 w 4688"/>
                  <a:gd name="p0y12" fmla="*/ 29 h 72"/>
                  <a:gd name="p0x13" fmla="*/ 0 w 4688"/>
                  <a:gd name="p0y13" fmla="*/ 15 h 72"/>
                  <a:gd name="p0x14" fmla="*/ 0 w 4688"/>
                  <a:gd name="p0y14" fmla="*/ 15 h 72"/>
                  <a:gd name="p0x15" fmla="*/ 24 w 4688"/>
                  <a:gd name="p0y15" fmla="*/ 5 h 72"/>
                  <a:gd name="p0x16" fmla="*/ 51 w 4688"/>
                  <a:gd name="p0y16" fmla="*/ 0 h 72"/>
                  <a:gd name="p0x17" fmla="*/ 80 w 4688"/>
                  <a:gd name="p0y17" fmla="*/ 0 h 72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lnTo>
                      <a:pt x="p0x14" y="p0y14"/>
                    </a:lnTo>
                    <a:cubicBezTo>
                      <a:pt x="p0x15" y="p0y15"/>
                      <a:pt x="p0x16" y="p0y16"/>
                      <a:pt x="p0x17" y="p0y17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任意多边形 103"/>
              <p:cNvSpPr/>
              <p:nvPr>
                <p:custDataLst>
                  <p:tags r:id="rId96"/>
                </p:custDataLst>
              </p:nvPr>
            </p:nvSpPr>
            <p:spPr>
              <a:xfrm>
                <a:off x="17657" y="7049"/>
                <a:ext cx="73" cy="984"/>
              </a:xfrm>
              <a:custGeom>
                <a:avLst/>
                <a:gdLst>
                  <a:gd name="sw" fmla="*/ 1 w 72"/>
                  <a:gd name="sh" fmla="*/ 1 h 983"/>
                  <a:gd name="mins" fmla="min sw sh"/>
                  <a:gd name="dsw" fmla="+- 0 sw mins"/>
                  <a:gd name="dsh" fmla="+- 0 sh mins"/>
                  <a:gd name="p0x0" fmla="*/ 72 w 72"/>
                  <a:gd name="p0y0" fmla="*/ 148 h 983"/>
                  <a:gd name="p0x1" fmla="*/ 72 w 72"/>
                  <a:gd name="p0y1" fmla="*/ 835 h 983"/>
                  <a:gd name="p0x2" fmla="*/ 72 w 72"/>
                  <a:gd name="p0y2" fmla="*/ 893 h 983"/>
                  <a:gd name="p0x3" fmla="*/ 48 w 72"/>
                  <a:gd name="p0y3" fmla="*/ 945 h 983"/>
                  <a:gd name="p0x4" fmla="*/ 10 w 72"/>
                  <a:gd name="p0y4" fmla="*/ 983 h 983"/>
                  <a:gd name="p0x5" fmla="*/ 0 w 72"/>
                  <a:gd name="p0y5" fmla="*/ 973 h 983"/>
                  <a:gd name="p0x6" fmla="*/ 35 w 72"/>
                  <a:gd name="p0y6" fmla="*/ 938 h 983"/>
                  <a:gd name="p0x7" fmla="*/ 57 w 72"/>
                  <a:gd name="p0y7" fmla="*/ 889 h 983"/>
                  <a:gd name="p0x8" fmla="*/ 57 w 72"/>
                  <a:gd name="p0y8" fmla="*/ 835 h 983"/>
                  <a:gd name="p0x9" fmla="*/ 57 w 72"/>
                  <a:gd name="p0y9" fmla="*/ 148 h 983"/>
                  <a:gd name="p0x10" fmla="*/ 57 w 72"/>
                  <a:gd name="p0y10" fmla="*/ 94 h 983"/>
                  <a:gd name="p0x11" fmla="*/ 35 w 72"/>
                  <a:gd name="p0y11" fmla="*/ 45 h 983"/>
                  <a:gd name="p0x12" fmla="*/ 0 w 72"/>
                  <a:gd name="p0y12" fmla="*/ 10 h 983"/>
                  <a:gd name="p0x13" fmla="*/ 10 w 72"/>
                  <a:gd name="p0y13" fmla="*/ 0 h 983"/>
                  <a:gd name="p0x14" fmla="*/ 48 w 72"/>
                  <a:gd name="p0y14" fmla="*/ 38 h 983"/>
                  <a:gd name="p0x15" fmla="*/ 72 w 72"/>
                  <a:gd name="p0y15" fmla="*/ 90 h 983"/>
                  <a:gd name="p0x16" fmla="*/ 72 w 72"/>
                  <a:gd name="p0y16" fmla="*/ 148 h 983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任意多边形 104"/>
              <p:cNvSpPr/>
              <p:nvPr>
                <p:custDataLst>
                  <p:tags r:id="rId97"/>
                </p:custDataLst>
              </p:nvPr>
            </p:nvSpPr>
            <p:spPr>
              <a:xfrm>
                <a:off x="12979" y="8022"/>
                <a:ext cx="4689" cy="72"/>
              </a:xfrm>
              <a:custGeom>
                <a:avLst/>
                <a:gdLst>
                  <a:gd name="sw" fmla="*/ 1 w 4688"/>
                  <a:gd name="sh" fmla="*/ 1 h 72"/>
                  <a:gd name="mins" fmla="min sw sh"/>
                  <a:gd name="dsw" fmla="+- 0 sw mins"/>
                  <a:gd name="dsh" fmla="+- 0 sh mins"/>
                  <a:gd name="p0x0" fmla="*/ 4540 w 4688"/>
                  <a:gd name="p0y0" fmla="*/ 72 h 72"/>
                  <a:gd name="p0x1" fmla="*/ 80 w 4688"/>
                  <a:gd name="p0y1" fmla="*/ 72 h 72"/>
                  <a:gd name="p0x2" fmla="*/ 51 w 4688"/>
                  <a:gd name="p0y2" fmla="*/ 72 h 72"/>
                  <a:gd name="p0x3" fmla="*/ 24 w 4688"/>
                  <a:gd name="p0y3" fmla="*/ 66 h 72"/>
                  <a:gd name="p0x4" fmla="*/ 0 w 4688"/>
                  <a:gd name="p0y4" fmla="*/ 56 h 72"/>
                  <a:gd name="p0x5" fmla="*/ 17 w 4688"/>
                  <a:gd name="p0y5" fmla="*/ 42 h 72"/>
                  <a:gd name="p0x6" fmla="*/ 17 w 4688"/>
                  <a:gd name="p0y6" fmla="*/ 42 h 72"/>
                  <a:gd name="p0x7" fmla="*/ 36 w 4688"/>
                  <a:gd name="p0y7" fmla="*/ 51 h 72"/>
                  <a:gd name="p0x8" fmla="*/ 58 w 4688"/>
                  <a:gd name="p0y8" fmla="*/ 57 h 72"/>
                  <a:gd name="p0x9" fmla="*/ 80 w 4688"/>
                  <a:gd name="p0y9" fmla="*/ 57 h 72"/>
                  <a:gd name="p0x10" fmla="*/ 4540 w 4688"/>
                  <a:gd name="p0y10" fmla="*/ 57 h 72"/>
                  <a:gd name="p0x11" fmla="*/ 4594 w 4688"/>
                  <a:gd name="p0y11" fmla="*/ 57 h 72"/>
                  <a:gd name="p0x12" fmla="*/ 4643 w 4688"/>
                  <a:gd name="p0y12" fmla="*/ 35 h 72"/>
                  <a:gd name="p0x13" fmla="*/ 4678 w 4688"/>
                  <a:gd name="p0y13" fmla="*/ 0 h 72"/>
                  <a:gd name="p0x14" fmla="*/ 4688 w 4688"/>
                  <a:gd name="p0y14" fmla="*/ 10 h 72"/>
                  <a:gd name="p0x15" fmla="*/ 4650 w 4688"/>
                  <a:gd name="p0y15" fmla="*/ 48 h 72"/>
                  <a:gd name="p0x16" fmla="*/ 4598 w 4688"/>
                  <a:gd name="p0y16" fmla="*/ 72 h 72"/>
                  <a:gd name="p0x17" fmla="*/ 4540 w 4688"/>
                  <a:gd name="p0y17" fmla="*/ 72 h 72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lnTo>
                      <a:pt x="p0x6" y="p0y6"/>
                    </a:lnTo>
                    <a:cubicBezTo>
                      <a:pt x="p0x7" y="p0y7"/>
                      <a:pt x="p0x8" y="p0y8"/>
                      <a:pt x="p0x9" y="p0y9"/>
                    </a:cubicBezTo>
                    <a:lnTo>
                      <a:pt x="p0x10" y="p0y10"/>
                    </a:lnTo>
                    <a:cubicBezTo>
                      <a:pt x="p0x11" y="p0y11"/>
                      <a:pt x="p0x12" y="p0y12"/>
                      <a:pt x="p0x13" y="p0y13"/>
                    </a:cubicBezTo>
                    <a:lnTo>
                      <a:pt x="p0x14" y="p0y14"/>
                    </a:lnTo>
                    <a:cubicBezTo>
                      <a:pt x="p0x15" y="p0y15"/>
                      <a:pt x="p0x16" y="p0y16"/>
                      <a:pt x="p0x17" y="p0y17"/>
                    </a:cubicBezTo>
                    <a:close/>
                  </a:path>
                </a:pathLst>
              </a:custGeom>
              <a:solidFill>
                <a:schemeClr val="accent1">
                  <a:lumMod val="14024"/>
                  <a:lumOff val="85976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任意多边形 105"/>
              <p:cNvSpPr/>
              <p:nvPr>
                <p:custDataLst>
                  <p:tags r:id="rId98"/>
                </p:custDataLst>
              </p:nvPr>
            </p:nvSpPr>
            <p:spPr>
              <a:xfrm>
                <a:off x="12849" y="7003"/>
                <a:ext cx="147" cy="1075"/>
              </a:xfrm>
              <a:custGeom>
                <a:avLst/>
                <a:gdLst>
                  <a:gd name="sw" fmla="*/ 1 w 146"/>
                  <a:gd name="sh" fmla="*/ 1 h 1075"/>
                  <a:gd name="mins" fmla="min sw sh"/>
                  <a:gd name="dsw" fmla="+- 0 sw mins"/>
                  <a:gd name="dsh" fmla="+- 0 sh mins"/>
                  <a:gd name="p0x0" fmla="*/ 0 w 146"/>
                  <a:gd name="p0y0" fmla="*/ 880 h 1075"/>
                  <a:gd name="p0x1" fmla="*/ 0 w 146"/>
                  <a:gd name="p0y1" fmla="*/ 194 h 1075"/>
                  <a:gd name="p0x2" fmla="*/ 0 w 146"/>
                  <a:gd name="p0y2" fmla="*/ 106 h 1075"/>
                  <a:gd name="p0x3" fmla="*/ 53 w 146"/>
                  <a:gd name="p0y3" fmla="*/ 31 h 1075"/>
                  <a:gd name="p0x4" fmla="*/ 129 w 146"/>
                  <a:gd name="p0y4" fmla="*/ 0 h 1075"/>
                  <a:gd name="p0x5" fmla="*/ 146 w 146"/>
                  <a:gd name="p0y5" fmla="*/ 13 h 1075"/>
                  <a:gd name="p0x6" fmla="*/ 146 w 146"/>
                  <a:gd name="p0y6" fmla="*/ 13 h 1075"/>
                  <a:gd name="p0x7" fmla="*/ 87 w 146"/>
                  <a:gd name="p0y7" fmla="*/ 43 h 1075"/>
                  <a:gd name="p0x8" fmla="*/ 45 w 146"/>
                  <a:gd name="p0y8" fmla="*/ 112 h 1075"/>
                  <a:gd name="p0x9" fmla="*/ 45 w 146"/>
                  <a:gd name="p0y9" fmla="*/ 194 h 1075"/>
                  <a:gd name="p0x10" fmla="*/ 45 w 146"/>
                  <a:gd name="p0y10" fmla="*/ 880 h 1075"/>
                  <a:gd name="p0x11" fmla="*/ 45 w 146"/>
                  <a:gd name="p0y11" fmla="*/ 962 h 1075"/>
                  <a:gd name="p0x12" fmla="*/ 87 w 146"/>
                  <a:gd name="p0y12" fmla="*/ 1031 h 1075"/>
                  <a:gd name="p0x13" fmla="*/ 146 w 146"/>
                  <a:gd name="p0y13" fmla="*/ 1061 h 1075"/>
                  <a:gd name="p0x14" fmla="*/ 129 w 146"/>
                  <a:gd name="p0y14" fmla="*/ 1075 h 1075"/>
                  <a:gd name="p0x15" fmla="*/ 129 w 146"/>
                  <a:gd name="p0y15" fmla="*/ 1075 h 1075"/>
                  <a:gd name="p0x16" fmla="*/ 53 w 146"/>
                  <a:gd name="p0y16" fmla="*/ 1043 h 1075"/>
                  <a:gd name="p0x17" fmla="*/ 0 w 146"/>
                  <a:gd name="p0y17" fmla="*/ 968 h 1075"/>
                  <a:gd name="p0x18" fmla="*/ 0 w 146"/>
                  <a:gd name="p0y18" fmla="*/ 880 h 107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lnTo>
                      <a:pt x="p0x6" y="p0y6"/>
                    </a:lnTo>
                    <a:cubicBezTo>
                      <a:pt x="p0x7" y="p0y7"/>
                      <a:pt x="p0x8" y="p0y8"/>
                      <a:pt x="p0x9" y="p0y9"/>
                    </a:cubicBezTo>
                    <a:lnTo>
                      <a:pt x="p0x10" y="p0y10"/>
                    </a:lnTo>
                    <a:cubicBezTo>
                      <a:pt x="p0x11" y="p0y11"/>
                      <a:pt x="p0x12" y="p0y12"/>
                      <a:pt x="p0x13" y="p0y13"/>
                    </a:cubicBezTo>
                    <a:lnTo>
                      <a:pt x="p0x14" y="p0y14"/>
                    </a:lnTo>
                    <a:lnTo>
                      <a:pt x="p0x15" y="p0y15"/>
                    </a:lnTo>
                    <a:cubicBezTo>
                      <a:pt x="p0x16" y="p0y16"/>
                      <a:pt x="p0x17" y="p0y17"/>
                      <a:pt x="p0x18" y="p0y1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08" name="文本框 107"/>
            <p:cNvSpPr txBox="1"/>
            <p:nvPr>
              <p:custDataLst>
                <p:tags r:id="rId99"/>
              </p:custDataLst>
            </p:nvPr>
          </p:nvSpPr>
          <p:spPr>
            <a:xfrm>
              <a:off x="13075" y="7100"/>
              <a:ext cx="446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 b="1">
                  <a:solidFill>
                    <a:schemeClr val="tx2"/>
                  </a:solidFill>
                  <a:cs typeface="+mn-lt"/>
                </a:rPr>
                <a:t>资源占用审核制</a:t>
              </a:r>
              <a:endParaRPr sz="1500" b="1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109" name="文本框 108"/>
            <p:cNvSpPr txBox="1"/>
            <p:nvPr>
              <p:custDataLst>
                <p:tags r:id="rId100"/>
              </p:custDataLst>
            </p:nvPr>
          </p:nvSpPr>
          <p:spPr>
            <a:xfrm>
              <a:off x="13075" y="7504"/>
              <a:ext cx="446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350">
                  <a:solidFill>
                    <a:srgbClr val="3D6B7E"/>
                  </a:solidFill>
                  <a:cs typeface="+mn-lt"/>
                </a:rPr>
                <a:t>登记后由管理员审批</a:t>
              </a:r>
              <a:endParaRPr sz="1350">
                <a:solidFill>
                  <a:srgbClr val="3D6B7E"/>
                </a:solidFill>
                <a:cs typeface="+mn-lt"/>
              </a:endParaRPr>
            </a:p>
          </p:txBody>
        </p:sp>
        <p:sp>
          <p:nvSpPr>
            <p:cNvPr id="112" name="文本框 111"/>
            <p:cNvSpPr txBox="1"/>
            <p:nvPr>
              <p:custDataLst>
                <p:tags r:id="rId101"/>
              </p:custDataLst>
            </p:nvPr>
          </p:nvSpPr>
          <p:spPr>
            <a:xfrm>
              <a:off x="1928" y="9294"/>
              <a:ext cx="1431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endParaRPr sz="1350">
                <a:solidFill>
                  <a:schemeClr val="tx2"/>
                </a:solidFill>
                <a:cs typeface="+mn-lt"/>
              </a:endParaRPr>
            </a:p>
          </p:txBody>
        </p:sp>
        <p:sp>
          <p:nvSpPr>
            <p:cNvPr id="5" name="任意多边形 4"/>
            <p:cNvSpPr/>
            <p:nvPr>
              <p:custDataLst>
                <p:tags r:id="rId102"/>
              </p:custDataLst>
            </p:nvPr>
          </p:nvSpPr>
          <p:spPr>
            <a:xfrm>
              <a:off x="1084" y="1755"/>
              <a:ext cx="17032" cy="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032" h="30">
                  <a:moveTo>
                    <a:pt x="131" y="0"/>
                  </a:moveTo>
                  <a:lnTo>
                    <a:pt x="16901" y="0"/>
                  </a:lnTo>
                  <a:cubicBezTo>
                    <a:pt x="16948" y="0"/>
                    <a:pt x="16992" y="11"/>
                    <a:pt x="17032" y="30"/>
                  </a:cubicBezTo>
                  <a:lnTo>
                    <a:pt x="0" y="30"/>
                  </a:lnTo>
                  <a:cubicBezTo>
                    <a:pt x="40" y="11"/>
                    <a:pt x="84" y="0"/>
                    <a:pt x="131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70001"/>
                  </a:schemeClr>
                </a:gs>
                <a:gs pos="50000">
                  <a:schemeClr val="accent2">
                    <a:alpha val="70001"/>
                  </a:schemeClr>
                </a:gs>
                <a:gs pos="100000">
                  <a:schemeClr val="accent5">
                    <a:alpha val="70001"/>
                  </a:schemeClr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959100" y="86741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000" b="1">
                <a:solidFill>
                  <a:srgbClr val="1A4A5E"/>
                </a:solidFill>
                <a:latin typeface="+mj-lt"/>
                <a:ea typeface="+mj-ea"/>
                <a:cs typeface="+mj-lt"/>
                <a:sym typeface="+mn-ea"/>
              </a:rPr>
              <a:t>文件调查的结果与需要实现功能的</a:t>
            </a:r>
            <a:r>
              <a:rPr lang="zh-CN" altLang="en-US" sz="2000" b="1">
                <a:solidFill>
                  <a:srgbClr val="1A4A5E"/>
                </a:solidFill>
                <a:latin typeface="+mj-lt"/>
                <a:ea typeface="+mj-ea"/>
                <a:cs typeface="+mj-lt"/>
                <a:sym typeface="+mn-ea"/>
              </a:rPr>
              <a:t>总结</a:t>
            </a:r>
            <a:endParaRPr lang="zh-CN" altLang="en-US" sz="2000" b="1">
              <a:solidFill>
                <a:srgbClr val="1A4A5E"/>
              </a:solidFill>
              <a:latin typeface="+mj-lt"/>
              <a:ea typeface="+mj-ea"/>
              <a:cs typeface="+mj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57200" y="300038"/>
            <a:ext cx="112776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功能设计</a:t>
            </a:r>
            <a:r>
              <a:rPr lang="en-US" altLang="zh-CN" sz="3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 I</a:t>
            </a:r>
            <a:r>
              <a:rPr lang="zh-CN" altLang="en-US" sz="3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：四个核心功能的关键交互</a:t>
            </a:r>
            <a:endParaRPr lang="zh-CN" altLang="en-US" sz="3000" b="1">
              <a:solidFill>
                <a:srgbClr val="1A4A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499745" y="975995"/>
            <a:ext cx="5476875" cy="2657475"/>
          </a:xfrm>
          <a:custGeom>
            <a:avLst/>
            <a:gdLst>
              <a:gd name="sw" fmla="*/ 1 w 8625"/>
              <a:gd name="sh" fmla="*/ 1 h 4185"/>
              <a:gd name="mins" fmla="min sw sh"/>
              <a:gd name="dsw" fmla="+- 0 sw mins"/>
              <a:gd name="dsh" fmla="+- 0 sh mins"/>
              <a:gd name="p0x0" fmla="*/ 300 w 8625"/>
              <a:gd name="p0y0" fmla="*/ 0 h 4185"/>
              <a:gd name="p0x1" fmla="*/ 8325 w 8625"/>
              <a:gd name="p0y1" fmla="*/ 0 h 4185"/>
              <a:gd name="p0x2" fmla="*/ 8490 w 8625"/>
              <a:gd name="p0y2" fmla="*/ 0 h 4185"/>
              <a:gd name="p0x3" fmla="*/ 8625 w 8625"/>
              <a:gd name="p0y3" fmla="*/ 134 h 4185"/>
              <a:gd name="p0x4" fmla="*/ 8625 w 8625"/>
              <a:gd name="p0y4" fmla="*/ 300 h 4185"/>
              <a:gd name="p0x5" fmla="*/ 8625 w 8625"/>
              <a:gd name="p0y5" fmla="*/ 3885 h 4185"/>
              <a:gd name="p0x6" fmla="*/ 8625 w 8625"/>
              <a:gd name="p0y6" fmla="*/ 4050 h 4185"/>
              <a:gd name="p0x7" fmla="*/ 8490 w 8625"/>
              <a:gd name="p0y7" fmla="*/ 4185 h 4185"/>
              <a:gd name="p0x8" fmla="*/ 8325 w 8625"/>
              <a:gd name="p0y8" fmla="*/ 4185 h 4185"/>
              <a:gd name="p0x9" fmla="*/ 300 w 8625"/>
              <a:gd name="p0y9" fmla="*/ 4185 h 4185"/>
              <a:gd name="p0x10" fmla="*/ 134 w 8625"/>
              <a:gd name="p0y10" fmla="*/ 4185 h 4185"/>
              <a:gd name="p0x11" fmla="*/ 0 w 8625"/>
              <a:gd name="p0y11" fmla="*/ 4050 h 4185"/>
              <a:gd name="p0x12" fmla="*/ 0 w 8625"/>
              <a:gd name="p0y12" fmla="*/ 3885 h 4185"/>
              <a:gd name="p0x13" fmla="*/ 0 w 8625"/>
              <a:gd name="p0y13" fmla="*/ 300 h 4185"/>
              <a:gd name="p0x14" fmla="*/ 0 w 8625"/>
              <a:gd name="p0y14" fmla="*/ 134 h 4185"/>
              <a:gd name="p0x15" fmla="*/ 134 w 8625"/>
              <a:gd name="p0y15" fmla="*/ 0 h 4185"/>
              <a:gd name="p0x16" fmla="*/ 300 w 8625"/>
              <a:gd name="p0y16" fmla="*/ 0 h 41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695325" y="1171575"/>
            <a:ext cx="5086350" cy="381000"/>
          </a:xfrm>
          <a:custGeom>
            <a:avLst/>
            <a:gdLst>
              <a:gd name="sw" fmla="*/ 1 w 8010"/>
              <a:gd name="sh" fmla="*/ 1 h 600"/>
              <a:gd name="mins" fmla="min sw sh"/>
              <a:gd name="dsw" fmla="+- 0 sw mins"/>
              <a:gd name="dsh" fmla="+- 0 sh mins"/>
              <a:gd name="p0x0" fmla="*/ 210 w 8010"/>
              <a:gd name="p0y0" fmla="*/ 0 h 600"/>
              <a:gd name="p0x1" fmla="*/ 7800 w 8010"/>
              <a:gd name="p0y1" fmla="*/ 0 h 600"/>
              <a:gd name="p0x2" fmla="*/ 7915 w 8010"/>
              <a:gd name="p0y2" fmla="*/ 0 h 600"/>
              <a:gd name="p0x3" fmla="*/ 8010 w 8010"/>
              <a:gd name="p0y3" fmla="*/ 94 h 600"/>
              <a:gd name="p0x4" fmla="*/ 8010 w 8010"/>
              <a:gd name="p0y4" fmla="*/ 210 h 600"/>
              <a:gd name="p0x5" fmla="*/ 8010 w 8010"/>
              <a:gd name="p0y5" fmla="*/ 390 h 600"/>
              <a:gd name="p0x6" fmla="*/ 8010 w 8010"/>
              <a:gd name="p0y6" fmla="*/ 505 h 600"/>
              <a:gd name="p0x7" fmla="*/ 7915 w 8010"/>
              <a:gd name="p0y7" fmla="*/ 600 h 600"/>
              <a:gd name="p0x8" fmla="*/ 7800 w 8010"/>
              <a:gd name="p0y8" fmla="*/ 600 h 600"/>
              <a:gd name="p0x9" fmla="*/ 210 w 8010"/>
              <a:gd name="p0y9" fmla="*/ 600 h 600"/>
              <a:gd name="p0x10" fmla="*/ 94 w 8010"/>
              <a:gd name="p0y10" fmla="*/ 600 h 600"/>
              <a:gd name="p0x11" fmla="*/ 0 w 8010"/>
              <a:gd name="p0y11" fmla="*/ 505 h 600"/>
              <a:gd name="p0x12" fmla="*/ 0 w 8010"/>
              <a:gd name="p0y12" fmla="*/ 390 h 600"/>
              <a:gd name="p0x13" fmla="*/ 0 w 8010"/>
              <a:gd name="p0y13" fmla="*/ 210 h 600"/>
              <a:gd name="p0x14" fmla="*/ 0 w 8010"/>
              <a:gd name="p0y14" fmla="*/ 94 h 600"/>
              <a:gd name="p0x15" fmla="*/ 94 w 8010"/>
              <a:gd name="p0y15" fmla="*/ 0 h 600"/>
              <a:gd name="p0x16" fmla="*/ 210 w 801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026285" y="1247775"/>
            <a:ext cx="2225675" cy="2279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 b="1" spc="81">
                <a:solidFill>
                  <a:schemeClr val="accent1">
                    <a:lumMod val="75824"/>
                  </a:schemeClr>
                </a:solidFill>
                <a:cs typeface="+mn-lt"/>
              </a:rPr>
              <a:t>个人任务信息总</a:t>
            </a:r>
            <a:r>
              <a:rPr lang="zh-CN" altLang="en-US" sz="1350" b="1" spc="81">
                <a:solidFill>
                  <a:schemeClr val="accent1">
                    <a:lumMod val="75824"/>
                  </a:schemeClr>
                </a:solidFill>
                <a:cs typeface="+mn-lt"/>
              </a:rPr>
              <a:t>览功能</a:t>
            </a:r>
            <a:endParaRPr lang="zh-CN" altLang="en-US" sz="1350" b="1" spc="81">
              <a:solidFill>
                <a:schemeClr val="accent1">
                  <a:lumMod val="75824"/>
                </a:schemeClr>
              </a:solidFill>
              <a:cs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924393" y="1651635"/>
            <a:ext cx="232722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36">
                <a:solidFill>
                  <a:srgbClr val="1A4A5E"/>
                </a:solidFill>
                <a:cs typeface="+mn-lt"/>
              </a:rPr>
              <a:t>「我的任务」工作台</a:t>
            </a:r>
            <a:endParaRPr b="1" spc="36">
              <a:solidFill>
                <a:srgbClr val="1A4A5E"/>
              </a:solidFill>
              <a:cs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777657" y="2119052"/>
            <a:ext cx="292261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D6B7E"/>
                </a:solidFill>
                <a:cs typeface="+mn-lt"/>
              </a:rPr>
              <a:t>跨项目、跨团队聚合成三</a:t>
            </a:r>
            <a:r>
              <a:rPr lang="zh-CN" sz="1350">
                <a:solidFill>
                  <a:srgbClr val="3D6B7E"/>
                </a:solidFill>
                <a:cs typeface="+mn-lt"/>
              </a:rPr>
              <a:t>个</a:t>
            </a:r>
            <a:r>
              <a:rPr sz="1350">
                <a:solidFill>
                  <a:srgbClr val="3D6B7E"/>
                </a:solidFill>
                <a:cs typeface="+mn-lt"/>
              </a:rPr>
              <a:t>分区</a:t>
            </a:r>
            <a:endParaRPr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962025" y="2686685"/>
            <a:ext cx="4856480" cy="273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D6B7E"/>
                </a:solidFill>
                <a:cs typeface="+mn-lt"/>
              </a:rPr>
              <a:t>卡片上直接填写进度与完成情况，不必进入项目页</a:t>
            </a:r>
            <a:endParaRPr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77962" y="2895571"/>
            <a:ext cx="292261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endParaRPr lang="zh-CN" sz="1350">
              <a:solidFill>
                <a:schemeClr val="accent1"/>
              </a:solidFill>
              <a:cs typeface="+mn-lt"/>
            </a:endParaRPr>
          </a:p>
        </p:txBody>
      </p:sp>
      <p:sp>
        <p:nvSpPr>
          <p:cNvPr id="5" name="任意多边形 4"/>
          <p:cNvSpPr/>
          <p:nvPr>
            <p:custDataLst>
              <p:tags r:id="rId9"/>
            </p:custDataLst>
          </p:nvPr>
        </p:nvSpPr>
        <p:spPr>
          <a:xfrm>
            <a:off x="612188" y="981075"/>
            <a:ext cx="5252623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272" h="30">
                <a:moveTo>
                  <a:pt x="131" y="0"/>
                </a:moveTo>
                <a:lnTo>
                  <a:pt x="8141" y="0"/>
                </a:lnTo>
                <a:cubicBezTo>
                  <a:pt x="8188" y="0"/>
                  <a:pt x="8232" y="11"/>
                  <a:pt x="8272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0"/>
            </p:custDataLst>
          </p:nvPr>
        </p:nvSpPr>
        <p:spPr>
          <a:xfrm>
            <a:off x="6214745" y="975995"/>
            <a:ext cx="5476875" cy="2657475"/>
          </a:xfrm>
          <a:custGeom>
            <a:avLst/>
            <a:gdLst>
              <a:gd name="sw" fmla="*/ 1 w 8625"/>
              <a:gd name="sh" fmla="*/ 1 h 4185"/>
              <a:gd name="mins" fmla="min sw sh"/>
              <a:gd name="dsw" fmla="+- 0 sw mins"/>
              <a:gd name="dsh" fmla="+- 0 sh mins"/>
              <a:gd name="p0x0" fmla="*/ 300 w 8625"/>
              <a:gd name="p0y0" fmla="*/ 0 h 4185"/>
              <a:gd name="p0x1" fmla="*/ 8325 w 8625"/>
              <a:gd name="p0y1" fmla="*/ 0 h 4185"/>
              <a:gd name="p0x2" fmla="*/ 8490 w 8625"/>
              <a:gd name="p0y2" fmla="*/ 0 h 4185"/>
              <a:gd name="p0x3" fmla="*/ 8625 w 8625"/>
              <a:gd name="p0y3" fmla="*/ 134 h 4185"/>
              <a:gd name="p0x4" fmla="*/ 8625 w 8625"/>
              <a:gd name="p0y4" fmla="*/ 300 h 4185"/>
              <a:gd name="p0x5" fmla="*/ 8625 w 8625"/>
              <a:gd name="p0y5" fmla="*/ 3885 h 4185"/>
              <a:gd name="p0x6" fmla="*/ 8625 w 8625"/>
              <a:gd name="p0y6" fmla="*/ 4050 h 4185"/>
              <a:gd name="p0x7" fmla="*/ 8490 w 8625"/>
              <a:gd name="p0y7" fmla="*/ 4185 h 4185"/>
              <a:gd name="p0x8" fmla="*/ 8325 w 8625"/>
              <a:gd name="p0y8" fmla="*/ 4185 h 4185"/>
              <a:gd name="p0x9" fmla="*/ 300 w 8625"/>
              <a:gd name="p0y9" fmla="*/ 4185 h 4185"/>
              <a:gd name="p0x10" fmla="*/ 134 w 8625"/>
              <a:gd name="p0y10" fmla="*/ 4185 h 4185"/>
              <a:gd name="p0x11" fmla="*/ 0 w 8625"/>
              <a:gd name="p0y11" fmla="*/ 4050 h 4185"/>
              <a:gd name="p0x12" fmla="*/ 0 w 8625"/>
              <a:gd name="p0y12" fmla="*/ 3885 h 4185"/>
              <a:gd name="p0x13" fmla="*/ 0 w 8625"/>
              <a:gd name="p0y13" fmla="*/ 300 h 4185"/>
              <a:gd name="p0x14" fmla="*/ 0 w 8625"/>
              <a:gd name="p0y14" fmla="*/ 134 h 4185"/>
              <a:gd name="p0x15" fmla="*/ 134 w 8625"/>
              <a:gd name="p0y15" fmla="*/ 0 h 4185"/>
              <a:gd name="p0x16" fmla="*/ 300 w 8625"/>
              <a:gd name="p0y16" fmla="*/ 0 h 41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11"/>
            </p:custDataLst>
          </p:nvPr>
        </p:nvSpPr>
        <p:spPr>
          <a:xfrm>
            <a:off x="6410325" y="1171575"/>
            <a:ext cx="5086350" cy="381000"/>
          </a:xfrm>
          <a:custGeom>
            <a:avLst/>
            <a:gdLst>
              <a:gd name="sw" fmla="*/ 1 w 8010"/>
              <a:gd name="sh" fmla="*/ 1 h 600"/>
              <a:gd name="mins" fmla="min sw sh"/>
              <a:gd name="dsw" fmla="+- 0 sw mins"/>
              <a:gd name="dsh" fmla="+- 0 sh mins"/>
              <a:gd name="p0x0" fmla="*/ 210 w 8010"/>
              <a:gd name="p0y0" fmla="*/ 0 h 600"/>
              <a:gd name="p0x1" fmla="*/ 7800 w 8010"/>
              <a:gd name="p0y1" fmla="*/ 0 h 600"/>
              <a:gd name="p0x2" fmla="*/ 7915 w 8010"/>
              <a:gd name="p0y2" fmla="*/ 0 h 600"/>
              <a:gd name="p0x3" fmla="*/ 8010 w 8010"/>
              <a:gd name="p0y3" fmla="*/ 94 h 600"/>
              <a:gd name="p0x4" fmla="*/ 8010 w 8010"/>
              <a:gd name="p0y4" fmla="*/ 210 h 600"/>
              <a:gd name="p0x5" fmla="*/ 8010 w 8010"/>
              <a:gd name="p0y5" fmla="*/ 390 h 600"/>
              <a:gd name="p0x6" fmla="*/ 8010 w 8010"/>
              <a:gd name="p0y6" fmla="*/ 505 h 600"/>
              <a:gd name="p0x7" fmla="*/ 7915 w 8010"/>
              <a:gd name="p0y7" fmla="*/ 600 h 600"/>
              <a:gd name="p0x8" fmla="*/ 7800 w 8010"/>
              <a:gd name="p0y8" fmla="*/ 600 h 600"/>
              <a:gd name="p0x9" fmla="*/ 210 w 8010"/>
              <a:gd name="p0y9" fmla="*/ 600 h 600"/>
              <a:gd name="p0x10" fmla="*/ 94 w 8010"/>
              <a:gd name="p0y10" fmla="*/ 600 h 600"/>
              <a:gd name="p0x11" fmla="*/ 0 w 8010"/>
              <a:gd name="p0y11" fmla="*/ 505 h 600"/>
              <a:gd name="p0x12" fmla="*/ 0 w 8010"/>
              <a:gd name="p0y12" fmla="*/ 390 h 600"/>
              <a:gd name="p0x13" fmla="*/ 0 w 8010"/>
              <a:gd name="p0y13" fmla="*/ 210 h 600"/>
              <a:gd name="p0x14" fmla="*/ 0 w 8010"/>
              <a:gd name="p0y14" fmla="*/ 94 h 600"/>
              <a:gd name="p0x15" fmla="*/ 94 w 8010"/>
              <a:gd name="p0y15" fmla="*/ 0 h 600"/>
              <a:gd name="p0x16" fmla="*/ 210 w 801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7610475" y="1247775"/>
            <a:ext cx="27330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 b="1" spc="81">
                <a:solidFill>
                  <a:schemeClr val="accent1">
                    <a:lumMod val="75824"/>
                  </a:schemeClr>
                </a:solidFill>
                <a:cs typeface="+mn-lt"/>
              </a:rPr>
              <a:t>任务详细分级与查看进度</a:t>
            </a:r>
            <a:r>
              <a:rPr lang="zh-CN" altLang="en-US" sz="1350" b="1" spc="81">
                <a:solidFill>
                  <a:schemeClr val="accent1">
                    <a:lumMod val="75824"/>
                  </a:schemeClr>
                </a:solidFill>
                <a:cs typeface="+mn-lt"/>
              </a:rPr>
              <a:t>功能</a:t>
            </a:r>
            <a:endParaRPr lang="zh-CN" altLang="en-US" sz="1350" b="1" spc="81">
              <a:solidFill>
                <a:schemeClr val="accent1">
                  <a:lumMod val="75824"/>
                </a:schemeClr>
              </a:solidFill>
              <a:cs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7906493" y="1651635"/>
            <a:ext cx="209401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36">
                <a:solidFill>
                  <a:srgbClr val="1A4A5E"/>
                </a:solidFill>
                <a:cs typeface="+mn-lt"/>
              </a:rPr>
              <a:t>子任务与进度汇总</a:t>
            </a:r>
            <a:endParaRPr b="1" spc="36">
              <a:solidFill>
                <a:srgbClr val="1A4A5E"/>
              </a:solidFill>
              <a:cs typeface="+mn-lt"/>
            </a:endParaRPr>
          </a:p>
        </p:txBody>
      </p:sp>
      <p:sp>
        <p:nvSpPr>
          <p:cNvPr id="24" name="任意多边形 23"/>
          <p:cNvSpPr/>
          <p:nvPr>
            <p:custDataLst>
              <p:tags r:id="rId14"/>
            </p:custDataLst>
          </p:nvPr>
        </p:nvSpPr>
        <p:spPr>
          <a:xfrm>
            <a:off x="6410325" y="20999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3846" t="-22667" r="-3846" b="-22667"/>
          <a:stretch>
            <a:fillRect/>
          </a:stretch>
        </p:blipFill>
        <p:spPr>
          <a:xfrm>
            <a:off x="6477000" y="2161540"/>
            <a:ext cx="133350" cy="1384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18"/>
            </p:custDataLst>
          </p:nvPr>
        </p:nvSpPr>
        <p:spPr>
          <a:xfrm>
            <a:off x="6753225" y="2119017"/>
            <a:ext cx="20574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chemeClr val="tx2"/>
                </a:solidFill>
                <a:cs typeface="+mn-lt"/>
              </a:rPr>
              <a:t>网页端可直接创建子任务</a:t>
            </a:r>
            <a:endParaRPr sz="13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19"/>
            </p:custDataLst>
          </p:nvPr>
        </p:nvSpPr>
        <p:spPr>
          <a:xfrm>
            <a:off x="6600825" y="2389527"/>
            <a:ext cx="48958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D6B7E"/>
                </a:solidFill>
                <a:cs typeface="+mn-lt"/>
              </a:rPr>
              <a:t>看板按父子层级缩进展示</a:t>
            </a:r>
            <a:endParaRPr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20"/>
            </p:custDataLst>
          </p:nvPr>
        </p:nvSpPr>
        <p:spPr>
          <a:xfrm>
            <a:off x="6410325" y="2773051"/>
            <a:ext cx="5086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D6B7E"/>
                </a:solidFill>
                <a:cs typeface="+mn-lt"/>
              </a:rPr>
              <a:t>父任务进度自动按子任务完成比例汇总</a:t>
            </a:r>
            <a:endParaRPr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30" name="任意多边形 29"/>
          <p:cNvSpPr/>
          <p:nvPr>
            <p:custDataLst>
              <p:tags r:id="rId21"/>
            </p:custDataLst>
          </p:nvPr>
        </p:nvSpPr>
        <p:spPr>
          <a:xfrm>
            <a:off x="6410325" y="3100070"/>
            <a:ext cx="1334770" cy="304800"/>
          </a:xfrm>
          <a:custGeom>
            <a:avLst/>
            <a:gdLst>
              <a:gd name="sw" fmla="*/ 1 w 2102"/>
              <a:gd name="sh" fmla="*/ 1 h 480"/>
              <a:gd name="mins" fmla="min sw sh"/>
              <a:gd name="dsw" fmla="+- 0 sw mins"/>
              <a:gd name="dsh" fmla="+- 0 sh mins"/>
              <a:gd name="p0x0" fmla="*/ 120 w 2102"/>
              <a:gd name="p0y0" fmla="*/ 0 h 480"/>
              <a:gd name="p0x1" fmla="*/ 1982 w 2102"/>
              <a:gd name="p0y1" fmla="*/ 0 h 480"/>
              <a:gd name="p0x2" fmla="*/ 2048 w 2102"/>
              <a:gd name="p0y2" fmla="*/ 0 h 480"/>
              <a:gd name="p0x3" fmla="*/ 2102 w 2102"/>
              <a:gd name="p0y3" fmla="*/ 53 h 480"/>
              <a:gd name="p0x4" fmla="*/ 2102 w 2102"/>
              <a:gd name="p0y4" fmla="*/ 120 h 480"/>
              <a:gd name="p0x5" fmla="*/ 2102 w 2102"/>
              <a:gd name="p0y5" fmla="*/ 360 h 480"/>
              <a:gd name="p0x6" fmla="*/ 2102 w 2102"/>
              <a:gd name="p0y6" fmla="*/ 426 h 480"/>
              <a:gd name="p0x7" fmla="*/ 2048 w 2102"/>
              <a:gd name="p0y7" fmla="*/ 480 h 480"/>
              <a:gd name="p0x8" fmla="*/ 1982 w 2102"/>
              <a:gd name="p0y8" fmla="*/ 480 h 480"/>
              <a:gd name="p0x9" fmla="*/ 120 w 2102"/>
              <a:gd name="p0y9" fmla="*/ 480 h 480"/>
              <a:gd name="p0x10" fmla="*/ 53 w 2102"/>
              <a:gd name="p0y10" fmla="*/ 480 h 480"/>
              <a:gd name="p0x11" fmla="*/ 0 w 2102"/>
              <a:gd name="p0y11" fmla="*/ 426 h 480"/>
              <a:gd name="p0x12" fmla="*/ 0 w 2102"/>
              <a:gd name="p0y12" fmla="*/ 360 h 480"/>
              <a:gd name="p0x13" fmla="*/ 0 w 2102"/>
              <a:gd name="p0y13" fmla="*/ 120 h 480"/>
              <a:gd name="p0x14" fmla="*/ 0 w 2102"/>
              <a:gd name="p0y14" fmla="*/ 53 h 480"/>
              <a:gd name="p0x15" fmla="*/ 53 w 2102"/>
              <a:gd name="p0y15" fmla="*/ 0 h 480"/>
              <a:gd name="p0x16" fmla="*/ 120 w 2102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2"/>
            </p:custDataLst>
          </p:nvPr>
        </p:nvSpPr>
        <p:spPr>
          <a:xfrm>
            <a:off x="6486525" y="3138783"/>
            <a:ext cx="3429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2"/>
                </a:solidFill>
                <a:cs typeface="+mn-lt"/>
              </a:rPr>
              <a:t>如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23"/>
            </p:custDataLst>
          </p:nvPr>
        </p:nvSpPr>
        <p:spPr>
          <a:xfrm>
            <a:off x="6734251" y="3138783"/>
            <a:ext cx="110638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chemeClr val="accent1"/>
                </a:solidFill>
                <a:cs typeface="+mn-lt"/>
              </a:rPr>
              <a:t>3/5 → 60%</a:t>
            </a:r>
            <a:endParaRPr sz="135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6327188" y="981075"/>
            <a:ext cx="5252623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272" h="30">
                <a:moveTo>
                  <a:pt x="131" y="0"/>
                </a:moveTo>
                <a:lnTo>
                  <a:pt x="8141" y="0"/>
                </a:lnTo>
                <a:cubicBezTo>
                  <a:pt x="8188" y="0"/>
                  <a:pt x="8232" y="11"/>
                  <a:pt x="8272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25"/>
            </p:custDataLst>
          </p:nvPr>
        </p:nvSpPr>
        <p:spPr>
          <a:xfrm>
            <a:off x="499745" y="3871595"/>
            <a:ext cx="5476875" cy="2712085"/>
          </a:xfrm>
          <a:custGeom>
            <a:avLst/>
            <a:gdLst>
              <a:gd name="sw" fmla="*/ 1 w 8625"/>
              <a:gd name="sh" fmla="*/ 1 h 4185"/>
              <a:gd name="mins" fmla="min sw sh"/>
              <a:gd name="dsw" fmla="+- 0 sw mins"/>
              <a:gd name="dsh" fmla="+- 0 sh mins"/>
              <a:gd name="p0x0" fmla="*/ 300 w 8625"/>
              <a:gd name="p0y0" fmla="*/ 0 h 4185"/>
              <a:gd name="p0x1" fmla="*/ 8325 w 8625"/>
              <a:gd name="p0y1" fmla="*/ 0 h 4185"/>
              <a:gd name="p0x2" fmla="*/ 8490 w 8625"/>
              <a:gd name="p0y2" fmla="*/ 0 h 4185"/>
              <a:gd name="p0x3" fmla="*/ 8625 w 8625"/>
              <a:gd name="p0y3" fmla="*/ 134 h 4185"/>
              <a:gd name="p0x4" fmla="*/ 8625 w 8625"/>
              <a:gd name="p0y4" fmla="*/ 300 h 4185"/>
              <a:gd name="p0x5" fmla="*/ 8625 w 8625"/>
              <a:gd name="p0y5" fmla="*/ 3885 h 4185"/>
              <a:gd name="p0x6" fmla="*/ 8625 w 8625"/>
              <a:gd name="p0y6" fmla="*/ 4050 h 4185"/>
              <a:gd name="p0x7" fmla="*/ 8490 w 8625"/>
              <a:gd name="p0y7" fmla="*/ 4185 h 4185"/>
              <a:gd name="p0x8" fmla="*/ 8325 w 8625"/>
              <a:gd name="p0y8" fmla="*/ 4185 h 4185"/>
              <a:gd name="p0x9" fmla="*/ 300 w 8625"/>
              <a:gd name="p0y9" fmla="*/ 4185 h 4185"/>
              <a:gd name="p0x10" fmla="*/ 134 w 8625"/>
              <a:gd name="p0y10" fmla="*/ 4185 h 4185"/>
              <a:gd name="p0x11" fmla="*/ 0 w 8625"/>
              <a:gd name="p0y11" fmla="*/ 4050 h 4185"/>
              <a:gd name="p0x12" fmla="*/ 0 w 8625"/>
              <a:gd name="p0y12" fmla="*/ 3885 h 4185"/>
              <a:gd name="p0x13" fmla="*/ 0 w 8625"/>
              <a:gd name="p0y13" fmla="*/ 300 h 4185"/>
              <a:gd name="p0x14" fmla="*/ 0 w 8625"/>
              <a:gd name="p0y14" fmla="*/ 134 h 4185"/>
              <a:gd name="p0x15" fmla="*/ 134 w 8625"/>
              <a:gd name="p0y15" fmla="*/ 0 h 4185"/>
              <a:gd name="p0x16" fmla="*/ 300 w 8625"/>
              <a:gd name="p0y16" fmla="*/ 0 h 41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26"/>
            </p:custDataLst>
          </p:nvPr>
        </p:nvSpPr>
        <p:spPr>
          <a:xfrm>
            <a:off x="695325" y="4067175"/>
            <a:ext cx="5086350" cy="381000"/>
          </a:xfrm>
          <a:custGeom>
            <a:avLst/>
            <a:gdLst>
              <a:gd name="sw" fmla="*/ 1 w 8010"/>
              <a:gd name="sh" fmla="*/ 1 h 600"/>
              <a:gd name="mins" fmla="min sw sh"/>
              <a:gd name="dsw" fmla="+- 0 sw mins"/>
              <a:gd name="dsh" fmla="+- 0 sh mins"/>
              <a:gd name="p0x0" fmla="*/ 210 w 8010"/>
              <a:gd name="p0y0" fmla="*/ 0 h 600"/>
              <a:gd name="p0x1" fmla="*/ 7800 w 8010"/>
              <a:gd name="p0y1" fmla="*/ 0 h 600"/>
              <a:gd name="p0x2" fmla="*/ 7915 w 8010"/>
              <a:gd name="p0y2" fmla="*/ 0 h 600"/>
              <a:gd name="p0x3" fmla="*/ 8010 w 8010"/>
              <a:gd name="p0y3" fmla="*/ 94 h 600"/>
              <a:gd name="p0x4" fmla="*/ 8010 w 8010"/>
              <a:gd name="p0y4" fmla="*/ 210 h 600"/>
              <a:gd name="p0x5" fmla="*/ 8010 w 8010"/>
              <a:gd name="p0y5" fmla="*/ 390 h 600"/>
              <a:gd name="p0x6" fmla="*/ 8010 w 8010"/>
              <a:gd name="p0y6" fmla="*/ 505 h 600"/>
              <a:gd name="p0x7" fmla="*/ 7915 w 8010"/>
              <a:gd name="p0y7" fmla="*/ 600 h 600"/>
              <a:gd name="p0x8" fmla="*/ 7800 w 8010"/>
              <a:gd name="p0y8" fmla="*/ 600 h 600"/>
              <a:gd name="p0x9" fmla="*/ 210 w 8010"/>
              <a:gd name="p0y9" fmla="*/ 600 h 600"/>
              <a:gd name="p0x10" fmla="*/ 94 w 8010"/>
              <a:gd name="p0y10" fmla="*/ 600 h 600"/>
              <a:gd name="p0x11" fmla="*/ 0 w 8010"/>
              <a:gd name="p0y11" fmla="*/ 505 h 600"/>
              <a:gd name="p0x12" fmla="*/ 0 w 8010"/>
              <a:gd name="p0y12" fmla="*/ 390 h 600"/>
              <a:gd name="p0x13" fmla="*/ 0 w 8010"/>
              <a:gd name="p0y13" fmla="*/ 210 h 600"/>
              <a:gd name="p0x14" fmla="*/ 0 w 8010"/>
              <a:gd name="p0y14" fmla="*/ 94 h 600"/>
              <a:gd name="p0x15" fmla="*/ 94 w 8010"/>
              <a:gd name="p0y15" fmla="*/ 0 h 600"/>
              <a:gd name="p0x16" fmla="*/ 210 w 801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27"/>
            </p:custDataLst>
          </p:nvPr>
        </p:nvSpPr>
        <p:spPr>
          <a:xfrm>
            <a:off x="1586230" y="4143375"/>
            <a:ext cx="31140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 b="1" spc="81">
                <a:solidFill>
                  <a:schemeClr val="accent1">
                    <a:lumMod val="75824"/>
                  </a:schemeClr>
                </a:solidFill>
                <a:cs typeface="+mn-lt"/>
              </a:rPr>
              <a:t>任务总览与</a:t>
            </a:r>
            <a:r>
              <a:rPr lang="zh-CN" altLang="en-US" sz="1350" b="1" spc="81">
                <a:solidFill>
                  <a:schemeClr val="accent1">
                    <a:lumMod val="75824"/>
                  </a:schemeClr>
                </a:solidFill>
                <a:cs typeface="+mn-lt"/>
              </a:rPr>
              <a:t>评论功能</a:t>
            </a:r>
            <a:endParaRPr lang="zh-CN" altLang="en-US" sz="1350" b="1" spc="81">
              <a:solidFill>
                <a:schemeClr val="accent1">
                  <a:lumMod val="75824"/>
                </a:schemeClr>
              </a:solidFill>
              <a:cs typeface="+mn-lt"/>
            </a:endParaRPr>
          </a:p>
        </p:txBody>
      </p:sp>
      <p:sp>
        <p:nvSpPr>
          <p:cNvPr id="38" name="文本框 37"/>
          <p:cNvSpPr txBox="1"/>
          <p:nvPr>
            <p:custDataLst>
              <p:tags r:id="rId28"/>
            </p:custDataLst>
          </p:nvPr>
        </p:nvSpPr>
        <p:spPr>
          <a:xfrm>
            <a:off x="2155555" y="4547235"/>
            <a:ext cx="2165823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b="1" spc="36">
                <a:solidFill>
                  <a:srgbClr val="1A4A5E"/>
                </a:solidFill>
                <a:cs typeface="+mn-lt"/>
              </a:rPr>
              <a:t>任务详情页</a:t>
            </a:r>
            <a:r>
              <a:rPr lang="en-US" altLang="zh-CN" b="1" spc="36">
                <a:solidFill>
                  <a:srgbClr val="1A4A5E"/>
                </a:solidFill>
                <a:cs typeface="+mn-lt"/>
              </a:rPr>
              <a:t> + </a:t>
            </a:r>
            <a:r>
              <a:rPr lang="zh-CN" altLang="en-US" b="1" spc="36">
                <a:solidFill>
                  <a:srgbClr val="1A4A5E"/>
                </a:solidFill>
                <a:cs typeface="+mn-lt"/>
              </a:rPr>
              <a:t>评论</a:t>
            </a:r>
            <a:endParaRPr lang="zh-CN" altLang="en-US" b="1" spc="36">
              <a:solidFill>
                <a:srgbClr val="1A4A5E"/>
              </a:solidFill>
              <a:cs typeface="+mn-lt"/>
            </a:endParaRPr>
          </a:p>
        </p:txBody>
      </p:sp>
      <p:sp>
        <p:nvSpPr>
          <p:cNvPr id="39" name="任意多边形 38"/>
          <p:cNvSpPr/>
          <p:nvPr>
            <p:custDataLst>
              <p:tags r:id="rId29"/>
            </p:custDataLst>
          </p:nvPr>
        </p:nvSpPr>
        <p:spPr>
          <a:xfrm>
            <a:off x="695325" y="49771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333" t="-5641" r="-2333" b="-5641"/>
          <a:stretch>
            <a:fillRect/>
          </a:stretch>
        </p:blipFill>
        <p:spPr>
          <a:xfrm>
            <a:off x="778510" y="5039360"/>
            <a:ext cx="99695" cy="137795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33"/>
            </p:custDataLst>
          </p:nvPr>
        </p:nvSpPr>
        <p:spPr>
          <a:xfrm>
            <a:off x="1038225" y="4996758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2"/>
                </a:solidFill>
                <a:cs typeface="+mn-lt"/>
              </a:rPr>
              <a:t>完整描述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43" name="任意多边形 42"/>
          <p:cNvSpPr/>
          <p:nvPr>
            <p:custDataLst>
              <p:tags r:id="rId34"/>
            </p:custDataLst>
          </p:nvPr>
        </p:nvSpPr>
        <p:spPr>
          <a:xfrm>
            <a:off x="695325" y="53352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5300" r="-5300"/>
          <a:stretch>
            <a:fillRect/>
          </a:stretch>
        </p:blipFill>
        <p:spPr>
          <a:xfrm>
            <a:off x="752475" y="5397500"/>
            <a:ext cx="152400" cy="137795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38"/>
            </p:custDataLst>
          </p:nvPr>
        </p:nvSpPr>
        <p:spPr>
          <a:xfrm>
            <a:off x="1038225" y="5354841"/>
            <a:ext cx="6858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2"/>
                </a:solidFill>
                <a:cs typeface="+mn-lt"/>
              </a:rPr>
              <a:t>评论流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47" name="任意多边形 46"/>
          <p:cNvSpPr/>
          <p:nvPr>
            <p:custDataLst>
              <p:tags r:id="rId39"/>
            </p:custDataLst>
          </p:nvPr>
        </p:nvSpPr>
        <p:spPr>
          <a:xfrm>
            <a:off x="695325" y="56934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11538" t="-5641" r="-11538" b="-5641"/>
          <a:stretch>
            <a:fillRect/>
          </a:stretch>
        </p:blipFill>
        <p:spPr>
          <a:xfrm>
            <a:off x="752475" y="5755640"/>
            <a:ext cx="152400" cy="137795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43"/>
            </p:custDataLst>
          </p:nvPr>
        </p:nvSpPr>
        <p:spPr>
          <a:xfrm>
            <a:off x="1038225" y="5712914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2"/>
                </a:solidFill>
                <a:cs typeface="+mn-lt"/>
              </a:rPr>
              <a:t>操作动态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54" name="文本框 53"/>
          <p:cNvSpPr txBox="1"/>
          <p:nvPr>
            <p:custDataLst>
              <p:tags r:id="rId44"/>
            </p:custDataLst>
          </p:nvPr>
        </p:nvSpPr>
        <p:spPr>
          <a:xfrm>
            <a:off x="1038225" y="6070997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55" name="文本框 54"/>
          <p:cNvSpPr txBox="1"/>
          <p:nvPr>
            <p:custDataLst>
              <p:tags r:id="rId45"/>
            </p:custDataLst>
          </p:nvPr>
        </p:nvSpPr>
        <p:spPr>
          <a:xfrm>
            <a:off x="2026285" y="4930775"/>
            <a:ext cx="345884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sz="1350">
                <a:solidFill>
                  <a:srgbClr val="3D6B7E"/>
                </a:solidFill>
                <a:cs typeface="+mn-lt"/>
              </a:rPr>
              <a:t>采用图</a:t>
            </a:r>
            <a:r>
              <a:rPr lang="zh-CN" sz="1350">
                <a:solidFill>
                  <a:srgbClr val="3D6B7E"/>
                </a:solidFill>
                <a:cs typeface="+mn-lt"/>
              </a:rPr>
              <a:t>表展示所有任务的完成情况与</a:t>
            </a:r>
            <a:r>
              <a:rPr lang="zh-CN" sz="1350">
                <a:solidFill>
                  <a:srgbClr val="3D6B7E"/>
                </a:solidFill>
                <a:cs typeface="+mn-lt"/>
              </a:rPr>
              <a:t>重要程度</a:t>
            </a:r>
            <a:endParaRPr lang="zh-CN"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56" name="文本框 55"/>
          <p:cNvSpPr txBox="1"/>
          <p:nvPr>
            <p:custDataLst>
              <p:tags r:id="rId46"/>
            </p:custDataLst>
          </p:nvPr>
        </p:nvSpPr>
        <p:spPr>
          <a:xfrm>
            <a:off x="2026545" y="5304818"/>
            <a:ext cx="273278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sz="1350">
                <a:solidFill>
                  <a:srgbClr val="3D6B7E"/>
                </a:solidFill>
                <a:cs typeface="+mn-lt"/>
              </a:rPr>
              <a:t>可以在其他成员的任务处进行</a:t>
            </a:r>
            <a:r>
              <a:rPr lang="zh-CN" sz="1350">
                <a:solidFill>
                  <a:srgbClr val="3D6B7E"/>
                </a:solidFill>
                <a:cs typeface="+mn-lt"/>
              </a:rPr>
              <a:t>评论</a:t>
            </a:r>
            <a:endParaRPr lang="zh-CN"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57" name="文本框 56"/>
          <p:cNvSpPr txBox="1"/>
          <p:nvPr>
            <p:custDataLst>
              <p:tags r:id="rId47"/>
            </p:custDataLst>
          </p:nvPr>
        </p:nvSpPr>
        <p:spPr>
          <a:xfrm>
            <a:off x="2026285" y="5693410"/>
            <a:ext cx="3610610" cy="2673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sz="1350">
                <a:solidFill>
                  <a:srgbClr val="3D6B7E"/>
                </a:solidFill>
                <a:cs typeface="+mn-lt"/>
              </a:rPr>
              <a:t>管理员可以实时看到成员对任务的操作</a:t>
            </a:r>
            <a:r>
              <a:rPr lang="zh-CN" sz="1350">
                <a:solidFill>
                  <a:srgbClr val="3D6B7E"/>
                </a:solidFill>
                <a:cs typeface="+mn-lt"/>
              </a:rPr>
              <a:t>动态</a:t>
            </a:r>
            <a:endParaRPr lang="zh-CN" sz="1350">
              <a:solidFill>
                <a:srgbClr val="3D6B7E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endParaRPr lang="zh-CN" altLang="en-US" sz="1350">
              <a:solidFill>
                <a:schemeClr val="accent2">
                  <a:lumMod val="50000"/>
                </a:schemeClr>
              </a:solidFill>
              <a:ea typeface="宋体" panose="02010600030101010101" pitchFamily="2" charset="-122"/>
              <a:cs typeface="+mn-lt"/>
            </a:endParaRPr>
          </a:p>
        </p:txBody>
      </p:sp>
      <p:sp>
        <p:nvSpPr>
          <p:cNvPr id="35" name="任意多边形 34"/>
          <p:cNvSpPr/>
          <p:nvPr>
            <p:custDataLst>
              <p:tags r:id="rId48"/>
            </p:custDataLst>
          </p:nvPr>
        </p:nvSpPr>
        <p:spPr>
          <a:xfrm>
            <a:off x="612188" y="3876675"/>
            <a:ext cx="5252623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272" h="30">
                <a:moveTo>
                  <a:pt x="131" y="0"/>
                </a:moveTo>
                <a:lnTo>
                  <a:pt x="8141" y="0"/>
                </a:lnTo>
                <a:cubicBezTo>
                  <a:pt x="8188" y="0"/>
                  <a:pt x="8232" y="11"/>
                  <a:pt x="8272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49"/>
            </p:custDataLst>
          </p:nvPr>
        </p:nvSpPr>
        <p:spPr>
          <a:xfrm>
            <a:off x="6214745" y="3871595"/>
            <a:ext cx="5476875" cy="2712085"/>
          </a:xfrm>
          <a:custGeom>
            <a:avLst/>
            <a:gdLst>
              <a:gd name="sw" fmla="*/ 1 w 8625"/>
              <a:gd name="sh" fmla="*/ 1 h 4185"/>
              <a:gd name="mins" fmla="min sw sh"/>
              <a:gd name="dsw" fmla="+- 0 sw mins"/>
              <a:gd name="dsh" fmla="+- 0 sh mins"/>
              <a:gd name="p0x0" fmla="*/ 300 w 8625"/>
              <a:gd name="p0y0" fmla="*/ 0 h 4185"/>
              <a:gd name="p0x1" fmla="*/ 8325 w 8625"/>
              <a:gd name="p0y1" fmla="*/ 0 h 4185"/>
              <a:gd name="p0x2" fmla="*/ 8490 w 8625"/>
              <a:gd name="p0y2" fmla="*/ 0 h 4185"/>
              <a:gd name="p0x3" fmla="*/ 8625 w 8625"/>
              <a:gd name="p0y3" fmla="*/ 134 h 4185"/>
              <a:gd name="p0x4" fmla="*/ 8625 w 8625"/>
              <a:gd name="p0y4" fmla="*/ 300 h 4185"/>
              <a:gd name="p0x5" fmla="*/ 8625 w 8625"/>
              <a:gd name="p0y5" fmla="*/ 3885 h 4185"/>
              <a:gd name="p0x6" fmla="*/ 8625 w 8625"/>
              <a:gd name="p0y6" fmla="*/ 4050 h 4185"/>
              <a:gd name="p0x7" fmla="*/ 8490 w 8625"/>
              <a:gd name="p0y7" fmla="*/ 4185 h 4185"/>
              <a:gd name="p0x8" fmla="*/ 8325 w 8625"/>
              <a:gd name="p0y8" fmla="*/ 4185 h 4185"/>
              <a:gd name="p0x9" fmla="*/ 300 w 8625"/>
              <a:gd name="p0y9" fmla="*/ 4185 h 4185"/>
              <a:gd name="p0x10" fmla="*/ 134 w 8625"/>
              <a:gd name="p0y10" fmla="*/ 4185 h 4185"/>
              <a:gd name="p0x11" fmla="*/ 0 w 8625"/>
              <a:gd name="p0y11" fmla="*/ 4050 h 4185"/>
              <a:gd name="p0x12" fmla="*/ 0 w 8625"/>
              <a:gd name="p0y12" fmla="*/ 3885 h 4185"/>
              <a:gd name="p0x13" fmla="*/ 0 w 8625"/>
              <a:gd name="p0y13" fmla="*/ 300 h 4185"/>
              <a:gd name="p0x14" fmla="*/ 0 w 8625"/>
              <a:gd name="p0y14" fmla="*/ 134 h 4185"/>
              <a:gd name="p0x15" fmla="*/ 134 w 8625"/>
              <a:gd name="p0y15" fmla="*/ 0 h 4185"/>
              <a:gd name="p0x16" fmla="*/ 300 w 8625"/>
              <a:gd name="p0y16" fmla="*/ 0 h 41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>
            <p:custDataLst>
              <p:tags r:id="rId50"/>
            </p:custDataLst>
          </p:nvPr>
        </p:nvSpPr>
        <p:spPr>
          <a:xfrm>
            <a:off x="6410325" y="4067175"/>
            <a:ext cx="5086350" cy="381000"/>
          </a:xfrm>
          <a:custGeom>
            <a:avLst/>
            <a:gdLst>
              <a:gd name="sw" fmla="*/ 1 w 8010"/>
              <a:gd name="sh" fmla="*/ 1 h 600"/>
              <a:gd name="mins" fmla="min sw sh"/>
              <a:gd name="dsw" fmla="+- 0 sw mins"/>
              <a:gd name="dsh" fmla="+- 0 sh mins"/>
              <a:gd name="p0x0" fmla="*/ 210 w 8010"/>
              <a:gd name="p0y0" fmla="*/ 0 h 600"/>
              <a:gd name="p0x1" fmla="*/ 7800 w 8010"/>
              <a:gd name="p0y1" fmla="*/ 0 h 600"/>
              <a:gd name="p0x2" fmla="*/ 7915 w 8010"/>
              <a:gd name="p0y2" fmla="*/ 0 h 600"/>
              <a:gd name="p0x3" fmla="*/ 8010 w 8010"/>
              <a:gd name="p0y3" fmla="*/ 94 h 600"/>
              <a:gd name="p0x4" fmla="*/ 8010 w 8010"/>
              <a:gd name="p0y4" fmla="*/ 210 h 600"/>
              <a:gd name="p0x5" fmla="*/ 8010 w 8010"/>
              <a:gd name="p0y5" fmla="*/ 390 h 600"/>
              <a:gd name="p0x6" fmla="*/ 8010 w 8010"/>
              <a:gd name="p0y6" fmla="*/ 505 h 600"/>
              <a:gd name="p0x7" fmla="*/ 7915 w 8010"/>
              <a:gd name="p0y7" fmla="*/ 600 h 600"/>
              <a:gd name="p0x8" fmla="*/ 7800 w 8010"/>
              <a:gd name="p0y8" fmla="*/ 600 h 600"/>
              <a:gd name="p0x9" fmla="*/ 210 w 8010"/>
              <a:gd name="p0y9" fmla="*/ 600 h 600"/>
              <a:gd name="p0x10" fmla="*/ 94 w 8010"/>
              <a:gd name="p0y10" fmla="*/ 600 h 600"/>
              <a:gd name="p0x11" fmla="*/ 0 w 8010"/>
              <a:gd name="p0y11" fmla="*/ 505 h 600"/>
              <a:gd name="p0x12" fmla="*/ 0 w 8010"/>
              <a:gd name="p0y12" fmla="*/ 390 h 600"/>
              <a:gd name="p0x13" fmla="*/ 0 w 8010"/>
              <a:gd name="p0y13" fmla="*/ 210 h 600"/>
              <a:gd name="p0x14" fmla="*/ 0 w 8010"/>
              <a:gd name="p0y14" fmla="*/ 94 h 600"/>
              <a:gd name="p0x15" fmla="*/ 94 w 8010"/>
              <a:gd name="p0y15" fmla="*/ 0 h 600"/>
              <a:gd name="p0x16" fmla="*/ 210 w 801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>
            <p:custDataLst>
              <p:tags r:id="rId51"/>
            </p:custDataLst>
          </p:nvPr>
        </p:nvSpPr>
        <p:spPr>
          <a:xfrm>
            <a:off x="8380730" y="4143375"/>
            <a:ext cx="133540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sz="1350" b="1" spc="81">
                <a:solidFill>
                  <a:schemeClr val="accent1">
                    <a:lumMod val="75824"/>
                  </a:schemeClr>
                </a:solidFill>
                <a:cs typeface="+mn-lt"/>
              </a:rPr>
              <a:t>通知与聊天</a:t>
            </a:r>
            <a:r>
              <a:rPr lang="zh-CN" sz="1350" b="1" spc="81">
                <a:solidFill>
                  <a:schemeClr val="accent1">
                    <a:lumMod val="75824"/>
                  </a:schemeClr>
                </a:solidFill>
                <a:cs typeface="+mn-lt"/>
              </a:rPr>
              <a:t>功能</a:t>
            </a:r>
            <a:endParaRPr lang="zh-CN" sz="1350" b="1" spc="81">
              <a:solidFill>
                <a:schemeClr val="accent1">
                  <a:lumMod val="75824"/>
                </a:schemeClr>
              </a:solidFill>
              <a:cs typeface="+mn-lt"/>
            </a:endParaRPr>
          </a:p>
        </p:txBody>
      </p:sp>
      <p:sp>
        <p:nvSpPr>
          <p:cNvPr id="63" name="文本框 62"/>
          <p:cNvSpPr txBox="1"/>
          <p:nvPr>
            <p:custDataLst>
              <p:tags r:id="rId52"/>
            </p:custDataLst>
          </p:nvPr>
        </p:nvSpPr>
        <p:spPr>
          <a:xfrm>
            <a:off x="7754017" y="4547235"/>
            <a:ext cx="239895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b="1" spc="36">
                <a:solidFill>
                  <a:srgbClr val="1A4A5E"/>
                </a:solidFill>
                <a:cs typeface="+mn-lt"/>
              </a:rPr>
              <a:t>站内通知</a:t>
            </a:r>
            <a:r>
              <a:rPr lang="en-US" altLang="zh-CN" b="1" spc="36">
                <a:solidFill>
                  <a:srgbClr val="1A4A5E"/>
                </a:solidFill>
                <a:cs typeface="+mn-lt"/>
              </a:rPr>
              <a:t> + </a:t>
            </a:r>
            <a:r>
              <a:rPr lang="zh-CN" altLang="en-US" b="1" spc="36">
                <a:solidFill>
                  <a:srgbClr val="1A4A5E"/>
                </a:solidFill>
                <a:cs typeface="+mn-lt"/>
              </a:rPr>
              <a:t>团队聊天</a:t>
            </a:r>
            <a:endParaRPr lang="zh-CN" altLang="en-US" b="1" spc="36">
              <a:solidFill>
                <a:srgbClr val="1A4A5E"/>
              </a:solidFill>
              <a:cs typeface="+mn-lt"/>
            </a:endParaRPr>
          </a:p>
        </p:txBody>
      </p:sp>
      <p:sp>
        <p:nvSpPr>
          <p:cNvPr id="64" name="任意多边形 63"/>
          <p:cNvSpPr/>
          <p:nvPr>
            <p:custDataLst>
              <p:tags r:id="rId53"/>
            </p:custDataLst>
          </p:nvPr>
        </p:nvSpPr>
        <p:spPr>
          <a:xfrm>
            <a:off x="6410325" y="49771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8444" t="-5641" r="-8444" b="-5641"/>
          <a:stretch>
            <a:fillRect/>
          </a:stretch>
        </p:blipFill>
        <p:spPr>
          <a:xfrm>
            <a:off x="6459855" y="5039360"/>
            <a:ext cx="167005" cy="137795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57"/>
            </p:custDataLst>
          </p:nvPr>
        </p:nvSpPr>
        <p:spPr>
          <a:xfrm>
            <a:off x="6753225" y="4996758"/>
            <a:ext cx="5144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2"/>
                </a:solidFill>
                <a:cs typeface="+mn-lt"/>
              </a:rPr>
              <a:t>指派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72" name="任意多边形 71"/>
          <p:cNvSpPr/>
          <p:nvPr>
            <p:custDataLst>
              <p:tags r:id="rId58"/>
            </p:custDataLst>
          </p:nvPr>
        </p:nvSpPr>
        <p:spPr>
          <a:xfrm>
            <a:off x="6410325" y="54889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3" name="图片 72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6477000" y="5555615"/>
            <a:ext cx="133350" cy="137795"/>
          </a:xfrm>
          <a:prstGeom prst="rect">
            <a:avLst/>
          </a:prstGeom>
        </p:spPr>
      </p:pic>
      <p:sp>
        <p:nvSpPr>
          <p:cNvPr id="75" name="文本框 74"/>
          <p:cNvSpPr txBox="1"/>
          <p:nvPr>
            <p:custDataLst>
              <p:tags r:id="rId62"/>
            </p:custDataLst>
          </p:nvPr>
        </p:nvSpPr>
        <p:spPr>
          <a:xfrm>
            <a:off x="6753225" y="5535114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2"/>
                </a:solidFill>
                <a:cs typeface="+mn-lt"/>
              </a:rPr>
              <a:t>审核结果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76" name="任意多边形 75"/>
          <p:cNvSpPr/>
          <p:nvPr>
            <p:custDataLst>
              <p:tags r:id="rId63"/>
            </p:custDataLst>
          </p:nvPr>
        </p:nvSpPr>
        <p:spPr>
          <a:xfrm>
            <a:off x="6410325" y="60515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7" name="图片 76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6477000" y="6113780"/>
            <a:ext cx="133350" cy="137795"/>
          </a:xfrm>
          <a:prstGeom prst="rect">
            <a:avLst/>
          </a:prstGeom>
        </p:spPr>
      </p:pic>
      <p:sp>
        <p:nvSpPr>
          <p:cNvPr id="79" name="文本框 78"/>
          <p:cNvSpPr txBox="1"/>
          <p:nvPr>
            <p:custDataLst>
              <p:tags r:id="rId67"/>
            </p:custDataLst>
          </p:nvPr>
        </p:nvSpPr>
        <p:spPr>
          <a:xfrm>
            <a:off x="6753225" y="6070997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2"/>
                </a:solidFill>
                <a:cs typeface="+mn-lt"/>
              </a:rPr>
              <a:t>临期逾期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80" name="文本框 79"/>
          <p:cNvSpPr txBox="1"/>
          <p:nvPr>
            <p:custDataLst>
              <p:tags r:id="rId68"/>
            </p:custDataLst>
          </p:nvPr>
        </p:nvSpPr>
        <p:spPr>
          <a:xfrm>
            <a:off x="8664845" y="5145453"/>
            <a:ext cx="283183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D6B7E"/>
                </a:solidFill>
                <a:cs typeface="+mn-lt"/>
              </a:rPr>
              <a:t>未读铃铛覆盖四类事件</a:t>
            </a:r>
            <a:endParaRPr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81" name="文本框 80"/>
          <p:cNvSpPr txBox="1"/>
          <p:nvPr>
            <p:custDataLst>
              <p:tags r:id="rId69"/>
            </p:custDataLst>
          </p:nvPr>
        </p:nvSpPr>
        <p:spPr>
          <a:xfrm>
            <a:off x="8664845" y="5495944"/>
            <a:ext cx="283183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D6B7E"/>
                </a:solidFill>
                <a:cs typeface="+mn-lt"/>
              </a:rPr>
              <a:t>项目内轻量聊天承接日常沟通</a:t>
            </a:r>
            <a:endParaRPr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82" name="文本框 81"/>
          <p:cNvSpPr txBox="1"/>
          <p:nvPr>
            <p:custDataLst>
              <p:tags r:id="rId70"/>
            </p:custDataLst>
          </p:nvPr>
        </p:nvSpPr>
        <p:spPr>
          <a:xfrm>
            <a:off x="8664845" y="5846426"/>
            <a:ext cx="283183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accent1"/>
                </a:solidFill>
                <a:cs typeface="+mn-lt"/>
              </a:rPr>
              <a:t>摆脱微信单</a:t>
            </a:r>
            <a:r>
              <a:rPr lang="zh-CN" sz="1350">
                <a:solidFill>
                  <a:schemeClr val="accent1"/>
                </a:solidFill>
                <a:cs typeface="+mn-lt"/>
              </a:rPr>
              <a:t>向</a:t>
            </a:r>
            <a:r>
              <a:rPr sz="1350">
                <a:solidFill>
                  <a:schemeClr val="accent1"/>
                </a:solidFill>
                <a:cs typeface="+mn-lt"/>
              </a:rPr>
              <a:t>依赖</a:t>
            </a:r>
            <a:endParaRPr sz="1350">
              <a:solidFill>
                <a:schemeClr val="accent1"/>
              </a:solidFill>
              <a:cs typeface="+mn-lt"/>
            </a:endParaRPr>
          </a:p>
        </p:txBody>
      </p:sp>
      <p:sp>
        <p:nvSpPr>
          <p:cNvPr id="60" name="任意多边形 59"/>
          <p:cNvSpPr/>
          <p:nvPr>
            <p:custDataLst>
              <p:tags r:id="rId71"/>
            </p:custDataLst>
          </p:nvPr>
        </p:nvSpPr>
        <p:spPr>
          <a:xfrm>
            <a:off x="6327188" y="3876675"/>
            <a:ext cx="5252623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272" h="30">
                <a:moveTo>
                  <a:pt x="131" y="0"/>
                </a:moveTo>
                <a:lnTo>
                  <a:pt x="8141" y="0"/>
                </a:lnTo>
                <a:cubicBezTo>
                  <a:pt x="8188" y="0"/>
                  <a:pt x="8232" y="11"/>
                  <a:pt x="8272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功能设计</a:t>
            </a:r>
            <a:r>
              <a:rPr lang="en-US" altLang="zh-CN" sz="3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 ⅠI</a:t>
            </a:r>
            <a:r>
              <a:rPr lang="zh-CN" altLang="en-US" sz="3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：更方便管理的团队成员分级</a:t>
            </a:r>
            <a:r>
              <a:rPr lang="zh-CN" altLang="en-US" sz="3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配置</a:t>
            </a:r>
            <a:endParaRPr lang="zh-CN" altLang="en-US" sz="3000" b="1">
              <a:solidFill>
                <a:srgbClr val="1A4A5E"/>
              </a:solidFill>
              <a:latin typeface="+mj-lt"/>
              <a:ea typeface="+mj-ea"/>
              <a:cs typeface="+mj-lt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571500" y="5955030"/>
            <a:ext cx="5929630" cy="521335"/>
            <a:chOff x="900" y="9378"/>
            <a:chExt cx="9338" cy="821"/>
          </a:xfrm>
        </p:grpSpPr>
        <p:sp>
          <p:nvSpPr>
            <p:cNvPr id="10" name="任意多边形 9"/>
            <p:cNvSpPr/>
            <p:nvPr>
              <p:custDataLst>
                <p:tags r:id="rId2"/>
              </p:custDataLst>
            </p:nvPr>
          </p:nvSpPr>
          <p:spPr>
            <a:xfrm>
              <a:off x="900" y="9378"/>
              <a:ext cx="9339" cy="821"/>
            </a:xfrm>
            <a:custGeom>
              <a:avLst/>
              <a:gdLst>
                <a:gd name="sw" fmla="*/ 1 w 9339"/>
                <a:gd name="sh" fmla="*/ 1 h 821"/>
                <a:gd name="mins" fmla="min sw sh"/>
                <a:gd name="dsw" fmla="+- 0 sw mins"/>
                <a:gd name="dsh" fmla="+- 0 sh mins"/>
                <a:gd name="p0x0" fmla="*/ 210 w 9339"/>
                <a:gd name="p0y0" fmla="*/ 0 h 821"/>
                <a:gd name="p0x1" fmla="*/ 9129 w 9339"/>
                <a:gd name="p0y1" fmla="*/ 0 h 821"/>
                <a:gd name="p0x2" fmla="*/ 9245 w 9339"/>
                <a:gd name="p0y2" fmla="*/ 0 h 821"/>
                <a:gd name="p0x3" fmla="*/ 9339 w 9339"/>
                <a:gd name="p0y3" fmla="*/ 94 h 821"/>
                <a:gd name="p0x4" fmla="*/ 9339 w 9339"/>
                <a:gd name="p0y4" fmla="*/ 210 h 821"/>
                <a:gd name="p0x5" fmla="*/ 9339 w 9339"/>
                <a:gd name="p0y5" fmla="*/ 611 h 821"/>
                <a:gd name="p0x6" fmla="*/ 9339 w 9339"/>
                <a:gd name="p0y6" fmla="*/ 727 h 821"/>
                <a:gd name="p0x7" fmla="*/ 9245 w 9339"/>
                <a:gd name="p0y7" fmla="*/ 821 h 821"/>
                <a:gd name="p0x8" fmla="*/ 9129 w 9339"/>
                <a:gd name="p0y8" fmla="*/ 821 h 821"/>
                <a:gd name="p0x9" fmla="*/ 210 w 9339"/>
                <a:gd name="p0y9" fmla="*/ 821 h 821"/>
                <a:gd name="p0x10" fmla="*/ 94 w 9339"/>
                <a:gd name="p0y10" fmla="*/ 821 h 821"/>
                <a:gd name="p0x11" fmla="*/ 0 w 9339"/>
                <a:gd name="p0y11" fmla="*/ 727 h 821"/>
                <a:gd name="p0x12" fmla="*/ 0 w 9339"/>
                <a:gd name="p0y12" fmla="*/ 611 h 821"/>
                <a:gd name="p0x13" fmla="*/ 0 w 9339"/>
                <a:gd name="p0y13" fmla="*/ 210 h 821"/>
                <a:gd name="p0x14" fmla="*/ 0 w 9339"/>
                <a:gd name="p0y14" fmla="*/ 94 h 821"/>
                <a:gd name="p0x15" fmla="*/ 94 w 9339"/>
                <a:gd name="p0y15" fmla="*/ 0 h 821"/>
                <a:gd name="p0x16" fmla="*/ 210 w 9339"/>
                <a:gd name="p0y16" fmla="*/ 0 h 82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3"/>
              </p:custDataLst>
            </p:nvPr>
          </p:nvSpPr>
          <p:spPr>
            <a:xfrm>
              <a:off x="1029" y="9378"/>
              <a:ext cx="9148" cy="72"/>
            </a:xfrm>
            <a:custGeom>
              <a:avLst/>
              <a:gdLst>
                <a:gd name="sw" fmla="*/ 1 w 9147"/>
                <a:gd name="sh" fmla="*/ 1 h 72"/>
                <a:gd name="mins" fmla="min sw sh"/>
                <a:gd name="dsw" fmla="+- 0 sw mins"/>
                <a:gd name="dsh" fmla="+- 0 sh mins"/>
                <a:gd name="p0x0" fmla="*/ 80 w 9147"/>
                <a:gd name="p0y0" fmla="*/ 0 h 72"/>
                <a:gd name="p0x1" fmla="*/ 8999 w 9147"/>
                <a:gd name="p0y1" fmla="*/ 0 h 72"/>
                <a:gd name="p0x2" fmla="*/ 9057 w 9147"/>
                <a:gd name="p0y2" fmla="*/ 0 h 72"/>
                <a:gd name="p0x3" fmla="*/ 9109 w 9147"/>
                <a:gd name="p0y3" fmla="*/ 23 h 72"/>
                <a:gd name="p0x4" fmla="*/ 9147 w 9147"/>
                <a:gd name="p0y4" fmla="*/ 61 h 72"/>
                <a:gd name="p0x5" fmla="*/ 9137 w 9147"/>
                <a:gd name="p0y5" fmla="*/ 72 h 72"/>
                <a:gd name="p0x6" fmla="*/ 9102 w 9147"/>
                <a:gd name="p0y6" fmla="*/ 36 h 72"/>
                <a:gd name="p0x7" fmla="*/ 9053 w 9147"/>
                <a:gd name="p0y7" fmla="*/ 15 h 72"/>
                <a:gd name="p0x8" fmla="*/ 8999 w 9147"/>
                <a:gd name="p0y8" fmla="*/ 15 h 72"/>
                <a:gd name="p0x9" fmla="*/ 80 w 9147"/>
                <a:gd name="p0y9" fmla="*/ 15 h 72"/>
                <a:gd name="p0x10" fmla="*/ 58 w 9147"/>
                <a:gd name="p0y10" fmla="*/ 15 h 72"/>
                <a:gd name="p0x11" fmla="*/ 36 w 9147"/>
                <a:gd name="p0y11" fmla="*/ 20 h 72"/>
                <a:gd name="p0x12" fmla="*/ 17 w 9147"/>
                <a:gd name="p0y12" fmla="*/ 29 h 72"/>
                <a:gd name="p0x13" fmla="*/ 0 w 9147"/>
                <a:gd name="p0y13" fmla="*/ 15 h 72"/>
                <a:gd name="p0x14" fmla="*/ 0 w 9147"/>
                <a:gd name="p0y14" fmla="*/ 15 h 72"/>
                <a:gd name="p0x15" fmla="*/ 24 w 9147"/>
                <a:gd name="p0y15" fmla="*/ 5 h 72"/>
                <a:gd name="p0x16" fmla="*/ 51 w 9147"/>
                <a:gd name="p0y16" fmla="*/ 0 h 72"/>
                <a:gd name="p0x17" fmla="*/ 80 w 9147"/>
                <a:gd name="p0y17" fmla="*/ 0 h 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14024"/>
                <a:lumOff val="8597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4"/>
              </p:custDataLst>
            </p:nvPr>
          </p:nvSpPr>
          <p:spPr>
            <a:xfrm>
              <a:off x="10166" y="9439"/>
              <a:ext cx="73" cy="699"/>
            </a:xfrm>
            <a:custGeom>
              <a:avLst/>
              <a:gdLst>
                <a:gd name="sw" fmla="*/ 1 w 72"/>
                <a:gd name="sh" fmla="*/ 1 h 698"/>
                <a:gd name="mins" fmla="min sw sh"/>
                <a:gd name="dsw" fmla="+- 0 sw mins"/>
                <a:gd name="dsh" fmla="+- 0 sh mins"/>
                <a:gd name="p0x0" fmla="*/ 72 w 72"/>
                <a:gd name="p0y0" fmla="*/ 148 h 698"/>
                <a:gd name="p0x1" fmla="*/ 72 w 72"/>
                <a:gd name="p0y1" fmla="*/ 550 h 698"/>
                <a:gd name="p0x2" fmla="*/ 72 w 72"/>
                <a:gd name="p0y2" fmla="*/ 608 h 698"/>
                <a:gd name="p0x3" fmla="*/ 48 w 72"/>
                <a:gd name="p0y3" fmla="*/ 660 h 698"/>
                <a:gd name="p0x4" fmla="*/ 10 w 72"/>
                <a:gd name="p0y4" fmla="*/ 698 h 698"/>
                <a:gd name="p0x5" fmla="*/ 0 w 72"/>
                <a:gd name="p0y5" fmla="*/ 688 h 698"/>
                <a:gd name="p0x6" fmla="*/ 35 w 72"/>
                <a:gd name="p0y6" fmla="*/ 653 h 698"/>
                <a:gd name="p0x7" fmla="*/ 57 w 72"/>
                <a:gd name="p0y7" fmla="*/ 604 h 698"/>
                <a:gd name="p0x8" fmla="*/ 57 w 72"/>
                <a:gd name="p0y8" fmla="*/ 550 h 698"/>
                <a:gd name="p0x9" fmla="*/ 57 w 72"/>
                <a:gd name="p0y9" fmla="*/ 148 h 698"/>
                <a:gd name="p0x10" fmla="*/ 57 w 72"/>
                <a:gd name="p0y10" fmla="*/ 94 h 698"/>
                <a:gd name="p0x11" fmla="*/ 35 w 72"/>
                <a:gd name="p0y11" fmla="*/ 45 h 698"/>
                <a:gd name="p0x12" fmla="*/ 0 w 72"/>
                <a:gd name="p0y12" fmla="*/ 10 h 698"/>
                <a:gd name="p0x13" fmla="*/ 10 w 72"/>
                <a:gd name="p0y13" fmla="*/ 0 h 698"/>
                <a:gd name="p0x14" fmla="*/ 48 w 72"/>
                <a:gd name="p0y14" fmla="*/ 38 h 698"/>
                <a:gd name="p0x15" fmla="*/ 72 w 72"/>
                <a:gd name="p0y15" fmla="*/ 90 h 698"/>
                <a:gd name="p0x16" fmla="*/ 72 w 72"/>
                <a:gd name="p0y16" fmla="*/ 148 h 69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14024"/>
                <a:lumOff val="8597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5"/>
              </p:custDataLst>
            </p:nvPr>
          </p:nvSpPr>
          <p:spPr>
            <a:xfrm>
              <a:off x="1029" y="10127"/>
              <a:ext cx="9148" cy="72"/>
            </a:xfrm>
            <a:custGeom>
              <a:avLst/>
              <a:gdLst>
                <a:gd name="sw" fmla="*/ 1 w 9147"/>
                <a:gd name="sh" fmla="*/ 1 h 72"/>
                <a:gd name="mins" fmla="min sw sh"/>
                <a:gd name="dsw" fmla="+- 0 sw mins"/>
                <a:gd name="dsh" fmla="+- 0 sh mins"/>
                <a:gd name="p0x0" fmla="*/ 8999 w 9147"/>
                <a:gd name="p0y0" fmla="*/ 72 h 72"/>
                <a:gd name="p0x1" fmla="*/ 80 w 9147"/>
                <a:gd name="p0y1" fmla="*/ 72 h 72"/>
                <a:gd name="p0x2" fmla="*/ 51 w 9147"/>
                <a:gd name="p0y2" fmla="*/ 72 h 72"/>
                <a:gd name="p0x3" fmla="*/ 24 w 9147"/>
                <a:gd name="p0y3" fmla="*/ 66 h 72"/>
                <a:gd name="p0x4" fmla="*/ 0 w 9147"/>
                <a:gd name="p0y4" fmla="*/ 56 h 72"/>
                <a:gd name="p0x5" fmla="*/ 17 w 9147"/>
                <a:gd name="p0y5" fmla="*/ 42 h 72"/>
                <a:gd name="p0x6" fmla="*/ 17 w 9147"/>
                <a:gd name="p0y6" fmla="*/ 42 h 72"/>
                <a:gd name="p0x7" fmla="*/ 36 w 9147"/>
                <a:gd name="p0y7" fmla="*/ 51 h 72"/>
                <a:gd name="p0x8" fmla="*/ 58 w 9147"/>
                <a:gd name="p0y8" fmla="*/ 57 h 72"/>
                <a:gd name="p0x9" fmla="*/ 80 w 9147"/>
                <a:gd name="p0y9" fmla="*/ 57 h 72"/>
                <a:gd name="p0x10" fmla="*/ 8999 w 9147"/>
                <a:gd name="p0y10" fmla="*/ 57 h 72"/>
                <a:gd name="p0x11" fmla="*/ 9053 w 9147"/>
                <a:gd name="p0y11" fmla="*/ 57 h 72"/>
                <a:gd name="p0x12" fmla="*/ 9102 w 9147"/>
                <a:gd name="p0y12" fmla="*/ 35 h 72"/>
                <a:gd name="p0x13" fmla="*/ 9137 w 9147"/>
                <a:gd name="p0y13" fmla="*/ 0 h 72"/>
                <a:gd name="p0x14" fmla="*/ 9147 w 9147"/>
                <a:gd name="p0y14" fmla="*/ 10 h 72"/>
                <a:gd name="p0x15" fmla="*/ 9109 w 9147"/>
                <a:gd name="p0y15" fmla="*/ 48 h 72"/>
                <a:gd name="p0x16" fmla="*/ 9057 w 9147"/>
                <a:gd name="p0y16" fmla="*/ 72 h 72"/>
                <a:gd name="p0x17" fmla="*/ 8999 w 9147"/>
                <a:gd name="p0y17" fmla="*/ 72 h 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14024"/>
                <a:lumOff val="8597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6"/>
              </p:custDataLst>
            </p:nvPr>
          </p:nvSpPr>
          <p:spPr>
            <a:xfrm>
              <a:off x="900" y="9394"/>
              <a:ext cx="146" cy="790"/>
            </a:xfrm>
            <a:custGeom>
              <a:avLst/>
              <a:gdLst>
                <a:gd name="sw" fmla="*/ 1 w 146"/>
                <a:gd name="sh" fmla="*/ 1 h 790"/>
                <a:gd name="mins" fmla="min sw sh"/>
                <a:gd name="dsw" fmla="+- 0 sw mins"/>
                <a:gd name="dsh" fmla="+- 0 sh mins"/>
                <a:gd name="p0x0" fmla="*/ 0 w 146"/>
                <a:gd name="p0y0" fmla="*/ 595 h 790"/>
                <a:gd name="p0x1" fmla="*/ 0 w 146"/>
                <a:gd name="p0y1" fmla="*/ 194 h 790"/>
                <a:gd name="p0x2" fmla="*/ 0 w 146"/>
                <a:gd name="p0y2" fmla="*/ 106 h 790"/>
                <a:gd name="p0x3" fmla="*/ 53 w 146"/>
                <a:gd name="p0y3" fmla="*/ 31 h 790"/>
                <a:gd name="p0x4" fmla="*/ 129 w 146"/>
                <a:gd name="p0y4" fmla="*/ 0 h 790"/>
                <a:gd name="p0x5" fmla="*/ 146 w 146"/>
                <a:gd name="p0y5" fmla="*/ 13 h 790"/>
                <a:gd name="p0x6" fmla="*/ 146 w 146"/>
                <a:gd name="p0y6" fmla="*/ 13 h 790"/>
                <a:gd name="p0x7" fmla="*/ 87 w 146"/>
                <a:gd name="p0y7" fmla="*/ 43 h 790"/>
                <a:gd name="p0x8" fmla="*/ 45 w 146"/>
                <a:gd name="p0y8" fmla="*/ 112 h 790"/>
                <a:gd name="p0x9" fmla="*/ 45 w 146"/>
                <a:gd name="p0y9" fmla="*/ 194 h 790"/>
                <a:gd name="p0x10" fmla="*/ 45 w 146"/>
                <a:gd name="p0y10" fmla="*/ 595 h 790"/>
                <a:gd name="p0x11" fmla="*/ 45 w 146"/>
                <a:gd name="p0y11" fmla="*/ 677 h 790"/>
                <a:gd name="p0x12" fmla="*/ 87 w 146"/>
                <a:gd name="p0y12" fmla="*/ 746 h 790"/>
                <a:gd name="p0x13" fmla="*/ 146 w 146"/>
                <a:gd name="p0y13" fmla="*/ 776 h 790"/>
                <a:gd name="p0x14" fmla="*/ 129 w 146"/>
                <a:gd name="p0y14" fmla="*/ 790 h 790"/>
                <a:gd name="p0x15" fmla="*/ 129 w 146"/>
                <a:gd name="p0y15" fmla="*/ 790 h 790"/>
                <a:gd name="p0x16" fmla="*/ 53 w 146"/>
                <a:gd name="p0y16" fmla="*/ 758 h 790"/>
                <a:gd name="p0x17" fmla="*/ 0 w 146"/>
                <a:gd name="p0y17" fmla="*/ 683 h 790"/>
                <a:gd name="p0x18" fmla="*/ 0 w 146"/>
                <a:gd name="p0y18" fmla="*/ 595 h 7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6" name="任意多边形 15"/>
          <p:cNvSpPr/>
          <p:nvPr>
            <p:custDataLst>
              <p:tags r:id="rId7"/>
            </p:custDataLst>
          </p:nvPr>
        </p:nvSpPr>
        <p:spPr>
          <a:xfrm>
            <a:off x="752475" y="607885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11a30da9-b433-11f1-b0ed-ca67c9633101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-18" b="18"/>
          <a:stretch>
            <a:fillRect/>
          </a:stretch>
        </p:blipFill>
        <p:spPr>
          <a:xfrm>
            <a:off x="809625" y="6136005"/>
            <a:ext cx="152400" cy="1524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1133475" y="6063643"/>
            <a:ext cx="514990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D6B7E"/>
                </a:solidFill>
                <a:cs typeface="+mn-lt"/>
              </a:rPr>
              <a:t>注册时填写的身份（教师</a:t>
            </a:r>
            <a:r>
              <a:rPr lang="en-US" altLang="zh-CN" sz="1350">
                <a:solidFill>
                  <a:srgbClr val="3D6B7E"/>
                </a:solidFill>
                <a:cs typeface="+mn-lt"/>
              </a:rPr>
              <a:t> / </a:t>
            </a:r>
            <a:r>
              <a:rPr lang="zh-CN" altLang="en-US" sz="1350">
                <a:solidFill>
                  <a:srgbClr val="3D6B7E"/>
                </a:solidFill>
                <a:cs typeface="+mn-lt"/>
              </a:rPr>
              <a:t>学生）仅作展示，不参与权限判定。</a:t>
            </a:r>
            <a:endParaRPr lang="zh-CN" altLang="en-US"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47" name="任意多边形 46"/>
          <p:cNvSpPr/>
          <p:nvPr>
            <p:custDataLst>
              <p:tags r:id="rId12"/>
            </p:custDataLst>
          </p:nvPr>
        </p:nvSpPr>
        <p:spPr>
          <a:xfrm>
            <a:off x="6772910" y="5685155"/>
            <a:ext cx="4842510" cy="786765"/>
          </a:xfrm>
          <a:custGeom>
            <a:avLst/>
            <a:gdLst>
              <a:gd name="sw" fmla="*/ 1 w 7625"/>
              <a:gd name="sh" fmla="*/ 1 h 1238"/>
              <a:gd name="mins" fmla="min sw sh"/>
              <a:gd name="dsw" fmla="+- 0 sw mins"/>
              <a:gd name="dsh" fmla="+- 0 sh mins"/>
              <a:gd name="p0x0" fmla="*/ 210 w 7625"/>
              <a:gd name="p0y0" fmla="*/ 0 h 1238"/>
              <a:gd name="p0x1" fmla="*/ 7415 w 7625"/>
              <a:gd name="p0y1" fmla="*/ 0 h 1238"/>
              <a:gd name="p0x2" fmla="*/ 7531 w 7625"/>
              <a:gd name="p0y2" fmla="*/ 0 h 1238"/>
              <a:gd name="p0x3" fmla="*/ 7625 w 7625"/>
              <a:gd name="p0y3" fmla="*/ 94 h 1238"/>
              <a:gd name="p0x4" fmla="*/ 7625 w 7625"/>
              <a:gd name="p0y4" fmla="*/ 210 h 1238"/>
              <a:gd name="p0x5" fmla="*/ 7625 w 7625"/>
              <a:gd name="p0y5" fmla="*/ 1028 h 1238"/>
              <a:gd name="p0x6" fmla="*/ 7625 w 7625"/>
              <a:gd name="p0y6" fmla="*/ 1144 h 1238"/>
              <a:gd name="p0x7" fmla="*/ 7531 w 7625"/>
              <a:gd name="p0y7" fmla="*/ 1238 h 1238"/>
              <a:gd name="p0x8" fmla="*/ 7415 w 7625"/>
              <a:gd name="p0y8" fmla="*/ 1238 h 1238"/>
              <a:gd name="p0x9" fmla="*/ 210 w 7625"/>
              <a:gd name="p0y9" fmla="*/ 1238 h 1238"/>
              <a:gd name="p0x10" fmla="*/ 94 w 7625"/>
              <a:gd name="p0y10" fmla="*/ 1238 h 1238"/>
              <a:gd name="p0x11" fmla="*/ 0 w 7625"/>
              <a:gd name="p0y11" fmla="*/ 1144 h 1238"/>
              <a:gd name="p0x12" fmla="*/ 0 w 7625"/>
              <a:gd name="p0y12" fmla="*/ 1028 h 1238"/>
              <a:gd name="p0x13" fmla="*/ 0 w 7625"/>
              <a:gd name="p0y13" fmla="*/ 210 h 1238"/>
              <a:gd name="p0x14" fmla="*/ 0 w 7625"/>
              <a:gd name="p0y14" fmla="*/ 94 h 1238"/>
              <a:gd name="p0x15" fmla="*/ 94 w 7625"/>
              <a:gd name="p0y15" fmla="*/ 0 h 1238"/>
              <a:gd name="p0x16" fmla="*/ 210 w 7625"/>
              <a:gd name="p0y16" fmla="*/ 0 h 12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14024"/>
                <a:lumOff val="8597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>
            <p:custDataLst>
              <p:tags r:id="rId13"/>
            </p:custDataLst>
          </p:nvPr>
        </p:nvSpPr>
        <p:spPr>
          <a:xfrm>
            <a:off x="6930390" y="580453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9" name="图片 48" descr="11a30f7a-b433-11f1-b0ed-ca67c9633101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12" t="-37" r="12" b="37"/>
          <a:stretch>
            <a:fillRect/>
          </a:stretch>
        </p:blipFill>
        <p:spPr>
          <a:xfrm>
            <a:off x="6987540" y="5861685"/>
            <a:ext cx="152400" cy="15240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17"/>
            </p:custDataLst>
          </p:nvPr>
        </p:nvSpPr>
        <p:spPr>
          <a:xfrm>
            <a:off x="7311409" y="5789352"/>
            <a:ext cx="41471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D6B7E"/>
                </a:solidFill>
                <a:cs typeface="+mn-lt"/>
              </a:rPr>
              <a:t>可见级在列表、看板、</a:t>
            </a:r>
            <a:r>
              <a:rPr lang="en-US" altLang="zh-CN" sz="1350">
                <a:solidFill>
                  <a:srgbClr val="3D6B7E"/>
                </a:solidFill>
                <a:cs typeface="+mn-lt"/>
              </a:rPr>
              <a:t>@</a:t>
            </a:r>
            <a:r>
              <a:rPr lang="zh-CN" altLang="en-US" sz="1350">
                <a:solidFill>
                  <a:srgbClr val="3D6B7E"/>
                </a:solidFill>
                <a:cs typeface="+mn-lt"/>
              </a:rPr>
              <a:t>、统计与</a:t>
            </a:r>
            <a:r>
              <a:rPr lang="en-US" altLang="zh-CN" sz="1350">
                <a:solidFill>
                  <a:srgbClr val="3D6B7E"/>
                </a:solidFill>
                <a:cs typeface="+mn-lt"/>
              </a:rPr>
              <a:t> AI </a:t>
            </a:r>
            <a:r>
              <a:rPr lang="zh-CN" altLang="en-US" sz="1350">
                <a:solidFill>
                  <a:srgbClr val="3D6B7E"/>
                </a:solidFill>
                <a:cs typeface="+mn-lt"/>
              </a:rPr>
              <a:t>快照全链路统一过滤，避免隐私或</a:t>
            </a:r>
            <a:r>
              <a:rPr lang="zh-CN" altLang="en-US" sz="1350">
                <a:solidFill>
                  <a:srgbClr val="3D6B7E"/>
                </a:solidFill>
                <a:cs typeface="+mn-lt"/>
              </a:rPr>
              <a:t>机密泄露。</a:t>
            </a:r>
            <a:endParaRPr lang="zh-CN" altLang="en-US"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4" name="任意多边形 3"/>
          <p:cNvSpPr/>
          <p:nvPr>
            <p:custDataLst>
              <p:tags r:id="rId18"/>
            </p:custDataLst>
          </p:nvPr>
        </p:nvSpPr>
        <p:spPr>
          <a:xfrm>
            <a:off x="575945" y="1109345"/>
            <a:ext cx="5920740" cy="4688205"/>
          </a:xfrm>
          <a:custGeom>
            <a:avLst/>
            <a:gdLst>
              <a:gd name="sw" fmla="*/ 1 w 9324"/>
              <a:gd name="sh" fmla="*/ 1 h 7383"/>
              <a:gd name="mins" fmla="min sw sh"/>
              <a:gd name="dsw" fmla="+- 0 sw mins"/>
              <a:gd name="dsh" fmla="+- 0 sh mins"/>
              <a:gd name="p0x0" fmla="*/ 300 w 9324"/>
              <a:gd name="p0y0" fmla="*/ 0 h 7383"/>
              <a:gd name="p0x1" fmla="*/ 9024 w 9324"/>
              <a:gd name="p0y1" fmla="*/ 0 h 7383"/>
              <a:gd name="p0x2" fmla="*/ 9189 w 9324"/>
              <a:gd name="p0y2" fmla="*/ 0 h 7383"/>
              <a:gd name="p0x3" fmla="*/ 9324 w 9324"/>
              <a:gd name="p0y3" fmla="*/ 134 h 7383"/>
              <a:gd name="p0x4" fmla="*/ 9324 w 9324"/>
              <a:gd name="p0y4" fmla="*/ 300 h 7383"/>
              <a:gd name="p0x5" fmla="*/ 9324 w 9324"/>
              <a:gd name="p0y5" fmla="*/ 7083 h 7383"/>
              <a:gd name="p0x6" fmla="*/ 9324 w 9324"/>
              <a:gd name="p0y6" fmla="*/ 7248 h 7383"/>
              <a:gd name="p0x7" fmla="*/ 9189 w 9324"/>
              <a:gd name="p0y7" fmla="*/ 7383 h 7383"/>
              <a:gd name="p0x8" fmla="*/ 9024 w 9324"/>
              <a:gd name="p0y8" fmla="*/ 7383 h 7383"/>
              <a:gd name="p0x9" fmla="*/ 300 w 9324"/>
              <a:gd name="p0y9" fmla="*/ 7383 h 7383"/>
              <a:gd name="p0x10" fmla="*/ 134 w 9324"/>
              <a:gd name="p0y10" fmla="*/ 7383 h 7383"/>
              <a:gd name="p0x11" fmla="*/ 0 w 9324"/>
              <a:gd name="p0y11" fmla="*/ 7248 h 7383"/>
              <a:gd name="p0x12" fmla="*/ 0 w 9324"/>
              <a:gd name="p0y12" fmla="*/ 7083 h 7383"/>
              <a:gd name="p0x13" fmla="*/ 0 w 9324"/>
              <a:gd name="p0y13" fmla="*/ 300 h 7383"/>
              <a:gd name="p0x14" fmla="*/ 0 w 9324"/>
              <a:gd name="p0y14" fmla="*/ 134 h 7383"/>
              <a:gd name="p0x15" fmla="*/ 134 w 9324"/>
              <a:gd name="p0y15" fmla="*/ 0 h 7383"/>
              <a:gd name="p0x16" fmla="*/ 300 w 9324"/>
              <a:gd name="p0y16" fmla="*/ 0 h 73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9"/>
            </p:custDataLst>
          </p:nvPr>
        </p:nvSpPr>
        <p:spPr>
          <a:xfrm>
            <a:off x="733425" y="1250632"/>
            <a:ext cx="56064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A4A5E"/>
                </a:solidFill>
                <a:cs typeface="+mn-lt"/>
              </a:rPr>
              <a:t>权限配置</a:t>
            </a:r>
            <a:endParaRPr sz="2100" b="1" spc="42">
              <a:solidFill>
                <a:srgbClr val="1A4A5E"/>
              </a:solidFill>
              <a:cs typeface="+mn-lt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0"/>
            </p:custDataLst>
          </p:nvPr>
        </p:nvGraphicFramePr>
        <p:xfrm>
          <a:off x="742950" y="1724025"/>
          <a:ext cx="5596888" cy="3916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203"/>
                <a:gridCol w="1399203"/>
                <a:gridCol w="1399203"/>
                <a:gridCol w="1399279"/>
              </a:tblGrid>
              <a:tr h="398115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操作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76200" marR="762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管理员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38100" marR="381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任务负责人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38100" marR="381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任务成员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38100" marR="3810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915441"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创建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/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更改项目与任务分配人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1A4A5E"/>
                          </a:solidFill>
                          <a:cs typeface="+mn-lt"/>
                        </a:rPr>
                        <a:t>✓</a:t>
                      </a:r>
                      <a:endParaRPr sz="1500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—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—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650750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任务增删改、状态流转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1A4A5E"/>
                          </a:solidFill>
                          <a:cs typeface="+mn-lt"/>
                        </a:rPr>
                        <a:t>✓</a:t>
                      </a:r>
                      <a:endParaRPr sz="1500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1A4A5E"/>
                          </a:solidFill>
                          <a:cs typeface="+mn-lt"/>
                        </a:rPr>
                        <a:t>✓（本人负责的任务）</a:t>
                      </a:r>
                      <a:endParaRPr sz="1500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—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915441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撰写完成情况、提交任务进度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1A4A5E"/>
                          </a:solidFill>
                          <a:cs typeface="+mn-lt"/>
                        </a:rPr>
                        <a:t>✓</a:t>
                      </a:r>
                      <a:endParaRPr sz="1500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1A4A5E"/>
                          </a:solidFill>
                          <a:cs typeface="+mn-lt"/>
                        </a:rPr>
                        <a:t>✓</a:t>
                      </a:r>
                      <a:endParaRPr sz="1500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—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385985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查看与评论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1A4A5E"/>
                          </a:solidFill>
                          <a:cs typeface="+mn-lt"/>
                        </a:rPr>
                        <a:t>✓</a:t>
                      </a:r>
                      <a:endParaRPr sz="1500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1A4A5E"/>
                          </a:solidFill>
                          <a:cs typeface="+mn-lt"/>
                        </a:rPr>
                        <a:t>✓</a:t>
                      </a:r>
                      <a:endParaRPr sz="1500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1A4A5E"/>
                          </a:solidFill>
                          <a:cs typeface="+mn-lt"/>
                        </a:rPr>
                        <a:t>✓（按可见级）</a:t>
                      </a:r>
                      <a:endParaRPr sz="1500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650974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资源占用登记与审核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500" b="1">
                          <a:solidFill>
                            <a:srgbClr val="1A4A5E"/>
                          </a:solidFill>
                          <a:cs typeface="+mn-lt"/>
                        </a:rPr>
                        <a:t>登记</a:t>
                      </a:r>
                      <a:r>
                        <a:rPr lang="en-US" altLang="zh-CN" sz="1500" b="1">
                          <a:solidFill>
                            <a:srgbClr val="1A4A5E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1">
                          <a:solidFill>
                            <a:srgbClr val="1A4A5E"/>
                          </a:solidFill>
                          <a:cs typeface="+mn-lt"/>
                        </a:rPr>
                        <a:t>审核</a:t>
                      </a:r>
                      <a:endParaRPr lang="zh-CN" altLang="en-US" sz="1500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1A4A5E"/>
                          </a:solidFill>
                          <a:cs typeface="+mn-lt"/>
                        </a:rPr>
                        <a:t>登记</a:t>
                      </a:r>
                      <a:endParaRPr sz="1500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1A4A5E"/>
                          </a:solidFill>
                          <a:cs typeface="+mn-lt"/>
                        </a:rPr>
                        <a:t>登记</a:t>
                      </a:r>
                      <a:endParaRPr sz="1500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38100" marR="3810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任意多边形 4"/>
          <p:cNvSpPr/>
          <p:nvPr>
            <p:custDataLst>
              <p:tags r:id="rId21"/>
            </p:custDataLst>
          </p:nvPr>
        </p:nvSpPr>
        <p:spPr>
          <a:xfrm>
            <a:off x="688388" y="1114425"/>
            <a:ext cx="5696489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971" h="30">
                <a:moveTo>
                  <a:pt x="131" y="0"/>
                </a:moveTo>
                <a:lnTo>
                  <a:pt x="8840" y="0"/>
                </a:lnTo>
                <a:cubicBezTo>
                  <a:pt x="8887" y="0"/>
                  <a:pt x="8931" y="11"/>
                  <a:pt x="8971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2"/>
            </p:custDataLst>
          </p:nvPr>
        </p:nvSpPr>
        <p:spPr>
          <a:xfrm>
            <a:off x="6772910" y="1109345"/>
            <a:ext cx="4842510" cy="581025"/>
          </a:xfrm>
          <a:custGeom>
            <a:avLst/>
            <a:gdLst>
              <a:gd name="sw" fmla="*/ 1 w 7625"/>
              <a:gd name="sh" fmla="*/ 1 h 915"/>
              <a:gd name="mins" fmla="min sw sh"/>
              <a:gd name="dsw" fmla="+- 0 sw mins"/>
              <a:gd name="dsh" fmla="+- 0 sh mins"/>
              <a:gd name="p0x0" fmla="*/ 300 w 7625"/>
              <a:gd name="p0y0" fmla="*/ 0 h 915"/>
              <a:gd name="p0x1" fmla="*/ 7325 w 7625"/>
              <a:gd name="p0y1" fmla="*/ 0 h 915"/>
              <a:gd name="p0x2" fmla="*/ 7491 w 7625"/>
              <a:gd name="p0y2" fmla="*/ 0 h 915"/>
              <a:gd name="p0x3" fmla="*/ 7625 w 7625"/>
              <a:gd name="p0y3" fmla="*/ 134 h 915"/>
              <a:gd name="p0x4" fmla="*/ 7625 w 7625"/>
              <a:gd name="p0y4" fmla="*/ 300 h 915"/>
              <a:gd name="p0x5" fmla="*/ 7625 w 7625"/>
              <a:gd name="p0y5" fmla="*/ 615 h 915"/>
              <a:gd name="p0x6" fmla="*/ 7625 w 7625"/>
              <a:gd name="p0y6" fmla="*/ 780 h 915"/>
              <a:gd name="p0x7" fmla="*/ 7491 w 7625"/>
              <a:gd name="p0y7" fmla="*/ 915 h 915"/>
              <a:gd name="p0x8" fmla="*/ 7325 w 7625"/>
              <a:gd name="p0y8" fmla="*/ 915 h 915"/>
              <a:gd name="p0x9" fmla="*/ 300 w 7625"/>
              <a:gd name="p0y9" fmla="*/ 915 h 915"/>
              <a:gd name="p0x10" fmla="*/ 134 w 7625"/>
              <a:gd name="p0y10" fmla="*/ 915 h 915"/>
              <a:gd name="p0x11" fmla="*/ 0 w 7625"/>
              <a:gd name="p0y11" fmla="*/ 780 h 915"/>
              <a:gd name="p0x12" fmla="*/ 0 w 7625"/>
              <a:gd name="p0y12" fmla="*/ 615 h 915"/>
              <a:gd name="p0x13" fmla="*/ 0 w 7625"/>
              <a:gd name="p0y13" fmla="*/ 300 h 915"/>
              <a:gd name="p0x14" fmla="*/ 0 w 7625"/>
              <a:gd name="p0y14" fmla="*/ 134 h 915"/>
              <a:gd name="p0x15" fmla="*/ 134 w 7625"/>
              <a:gd name="p0y15" fmla="*/ 0 h 915"/>
              <a:gd name="p0x16" fmla="*/ 300 w 7625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3"/>
            </p:custDataLst>
          </p:nvPr>
        </p:nvSpPr>
        <p:spPr>
          <a:xfrm>
            <a:off x="6930390" y="12287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548"/>
              <a:lumOff val="8445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 descr="11a30dec-b433-11f1-b0ed-ca67c9633101"/>
          <p:cNvPicPr/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9" r="9"/>
          <a:stretch>
            <a:fillRect/>
          </a:stretch>
        </p:blipFill>
        <p:spPr>
          <a:xfrm>
            <a:off x="6997065" y="1295400"/>
            <a:ext cx="209550" cy="20955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27"/>
            </p:custDataLst>
          </p:nvPr>
        </p:nvSpPr>
        <p:spPr>
          <a:xfrm>
            <a:off x="7387609" y="1217295"/>
            <a:ext cx="407521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A4A5E"/>
                </a:solidFill>
                <a:cs typeface="+mn-lt"/>
              </a:rPr>
              <a:t>任务可见级（每个任务可设置）</a:t>
            </a:r>
            <a:endParaRPr sz="2100" b="1" spc="42">
              <a:solidFill>
                <a:srgbClr val="1A4A5E"/>
              </a:solidFill>
              <a:cs typeface="+mn-lt"/>
            </a:endParaRPr>
          </a:p>
        </p:txBody>
      </p:sp>
      <p:sp>
        <p:nvSpPr>
          <p:cNvPr id="22" name="任意多边形 21"/>
          <p:cNvSpPr/>
          <p:nvPr>
            <p:custDataLst>
              <p:tags r:id="rId28"/>
            </p:custDataLst>
          </p:nvPr>
        </p:nvSpPr>
        <p:spPr>
          <a:xfrm>
            <a:off x="6885354" y="1114425"/>
            <a:ext cx="4618257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273" h="30">
                <a:moveTo>
                  <a:pt x="131" y="0"/>
                </a:moveTo>
                <a:lnTo>
                  <a:pt x="7142" y="0"/>
                </a:lnTo>
                <a:cubicBezTo>
                  <a:pt x="7189" y="0"/>
                  <a:pt x="7233" y="11"/>
                  <a:pt x="7273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9"/>
            </p:custDataLst>
          </p:nvPr>
        </p:nvSpPr>
        <p:spPr>
          <a:xfrm>
            <a:off x="6772910" y="1852295"/>
            <a:ext cx="4842510" cy="1141095"/>
          </a:xfrm>
          <a:custGeom>
            <a:avLst/>
            <a:gdLst>
              <a:gd name="sw" fmla="*/ 1 w 7625"/>
              <a:gd name="sh" fmla="*/ 1 h 1797"/>
              <a:gd name="mins" fmla="min sw sh"/>
              <a:gd name="dsw" fmla="+- 0 sw mins"/>
              <a:gd name="dsh" fmla="+- 0 sh mins"/>
              <a:gd name="p0x0" fmla="*/ 300 w 7625"/>
              <a:gd name="p0y0" fmla="*/ 0 h 1797"/>
              <a:gd name="p0x1" fmla="*/ 7325 w 7625"/>
              <a:gd name="p0y1" fmla="*/ 0 h 1797"/>
              <a:gd name="p0x2" fmla="*/ 7491 w 7625"/>
              <a:gd name="p0y2" fmla="*/ 0 h 1797"/>
              <a:gd name="p0x3" fmla="*/ 7625 w 7625"/>
              <a:gd name="p0y3" fmla="*/ 134 h 1797"/>
              <a:gd name="p0x4" fmla="*/ 7625 w 7625"/>
              <a:gd name="p0y4" fmla="*/ 300 h 1797"/>
              <a:gd name="p0x5" fmla="*/ 7625 w 7625"/>
              <a:gd name="p0y5" fmla="*/ 1497 h 1797"/>
              <a:gd name="p0x6" fmla="*/ 7625 w 7625"/>
              <a:gd name="p0y6" fmla="*/ 1662 h 1797"/>
              <a:gd name="p0x7" fmla="*/ 7491 w 7625"/>
              <a:gd name="p0y7" fmla="*/ 1797 h 1797"/>
              <a:gd name="p0x8" fmla="*/ 7325 w 7625"/>
              <a:gd name="p0y8" fmla="*/ 1797 h 1797"/>
              <a:gd name="p0x9" fmla="*/ 300 w 7625"/>
              <a:gd name="p0y9" fmla="*/ 1797 h 1797"/>
              <a:gd name="p0x10" fmla="*/ 134 w 7625"/>
              <a:gd name="p0y10" fmla="*/ 1797 h 1797"/>
              <a:gd name="p0x11" fmla="*/ 0 w 7625"/>
              <a:gd name="p0y11" fmla="*/ 1662 h 1797"/>
              <a:gd name="p0x12" fmla="*/ 0 w 7625"/>
              <a:gd name="p0y12" fmla="*/ 1497 h 1797"/>
              <a:gd name="p0x13" fmla="*/ 0 w 7625"/>
              <a:gd name="p0y13" fmla="*/ 300 h 1797"/>
              <a:gd name="p0x14" fmla="*/ 0 w 7625"/>
              <a:gd name="p0y14" fmla="*/ 134 h 1797"/>
              <a:gd name="p0x15" fmla="*/ 134 w 7625"/>
              <a:gd name="p0y15" fmla="*/ 0 h 1797"/>
              <a:gd name="p0x16" fmla="*/ 300 w 7625"/>
              <a:gd name="p0y16" fmla="*/ 0 h 17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30"/>
            </p:custDataLst>
          </p:nvPr>
        </p:nvSpPr>
        <p:spPr>
          <a:xfrm>
            <a:off x="6930390" y="1971675"/>
            <a:ext cx="28575" cy="902970"/>
          </a:xfrm>
          <a:custGeom>
            <a:avLst/>
            <a:gdLst>
              <a:gd name="sw" fmla="*/ 1 w 45"/>
              <a:gd name="sh" fmla="*/ 1 h 1422"/>
              <a:gd name="mins" fmla="min sw sh"/>
              <a:gd name="dsw" fmla="+- 0 sw mins"/>
              <a:gd name="dsh" fmla="+- 0 sh mins"/>
              <a:gd name="p0x0" fmla="*/ 22 w 45"/>
              <a:gd name="p0y0" fmla="*/ 0 h 1422"/>
              <a:gd name="p0x1" fmla="*/ 34 w 45"/>
              <a:gd name="p0y1" fmla="*/ 0 h 1422"/>
              <a:gd name="p0x2" fmla="*/ 45 w 45"/>
              <a:gd name="p0y2" fmla="*/ 10 h 1422"/>
              <a:gd name="p0x3" fmla="*/ 45 w 45"/>
              <a:gd name="p0y3" fmla="*/ 22 h 1422"/>
              <a:gd name="p0x4" fmla="*/ 45 w 45"/>
              <a:gd name="p0y4" fmla="*/ 1399 h 1422"/>
              <a:gd name="p0x5" fmla="*/ 45 w 45"/>
              <a:gd name="p0y5" fmla="*/ 1411 h 1422"/>
              <a:gd name="p0x6" fmla="*/ 34 w 45"/>
              <a:gd name="p0y6" fmla="*/ 1422 h 1422"/>
              <a:gd name="p0x7" fmla="*/ 22 w 45"/>
              <a:gd name="p0y7" fmla="*/ 1422 h 1422"/>
              <a:gd name="p0x8" fmla="*/ 10 w 45"/>
              <a:gd name="p0y8" fmla="*/ 1422 h 1422"/>
              <a:gd name="p0x9" fmla="*/ 0 w 45"/>
              <a:gd name="p0y9" fmla="*/ 1411 h 1422"/>
              <a:gd name="p0x10" fmla="*/ 0 w 45"/>
              <a:gd name="p0y10" fmla="*/ 1399 h 1422"/>
              <a:gd name="p0x11" fmla="*/ 0 w 45"/>
              <a:gd name="p0y11" fmla="*/ 22 h 1422"/>
              <a:gd name="p0x12" fmla="*/ 0 w 45"/>
              <a:gd name="p0y12" fmla="*/ 10 h 1422"/>
              <a:gd name="p0x13" fmla="*/ 10 w 45"/>
              <a:gd name="p0y13" fmla="*/ 0 h 1422"/>
              <a:gd name="p0x14" fmla="*/ 22 w 45"/>
              <a:gd name="p0y14" fmla="*/ 0 h 1422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1"/>
            </p:custDataLst>
          </p:nvPr>
        </p:nvSpPr>
        <p:spPr>
          <a:xfrm>
            <a:off x="7073284" y="1957388"/>
            <a:ext cx="152407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公开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32"/>
            </p:custDataLst>
          </p:nvPr>
        </p:nvSpPr>
        <p:spPr>
          <a:xfrm>
            <a:off x="7073284" y="2236470"/>
            <a:ext cx="16764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3D6B7E"/>
                </a:solidFill>
                <a:cs typeface="+mn-lt"/>
              </a:rPr>
              <a:t>团队全员可见（默认）</a:t>
            </a:r>
            <a:endParaRPr sz="1200">
              <a:solidFill>
                <a:srgbClr val="3D6B7E"/>
              </a:solidFill>
              <a:cs typeface="+mn-lt"/>
            </a:endParaRPr>
          </a:p>
        </p:txBody>
      </p:sp>
      <p:sp>
        <p:nvSpPr>
          <p:cNvPr id="30" name="任意多边形 29"/>
          <p:cNvSpPr/>
          <p:nvPr>
            <p:custDataLst>
              <p:tags r:id="rId33"/>
            </p:custDataLst>
          </p:nvPr>
        </p:nvSpPr>
        <p:spPr>
          <a:xfrm>
            <a:off x="6885356" y="1857375"/>
            <a:ext cx="4618253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273" h="30">
                <a:moveTo>
                  <a:pt x="131" y="0"/>
                </a:moveTo>
                <a:lnTo>
                  <a:pt x="7142" y="0"/>
                </a:lnTo>
                <a:cubicBezTo>
                  <a:pt x="7189" y="0"/>
                  <a:pt x="7233" y="11"/>
                  <a:pt x="7273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4"/>
            </p:custDataLst>
          </p:nvPr>
        </p:nvSpPr>
        <p:spPr>
          <a:xfrm>
            <a:off x="6772910" y="3117215"/>
            <a:ext cx="4842510" cy="1141095"/>
          </a:xfrm>
          <a:custGeom>
            <a:avLst/>
            <a:gdLst>
              <a:gd name="sw" fmla="*/ 1 w 7625"/>
              <a:gd name="sh" fmla="*/ 1 h 1797"/>
              <a:gd name="mins" fmla="min sw sh"/>
              <a:gd name="dsw" fmla="+- 0 sw mins"/>
              <a:gd name="dsh" fmla="+- 0 sh mins"/>
              <a:gd name="p0x0" fmla="*/ 300 w 7625"/>
              <a:gd name="p0y0" fmla="*/ 0 h 1797"/>
              <a:gd name="p0x1" fmla="*/ 7325 w 7625"/>
              <a:gd name="p0y1" fmla="*/ 0 h 1797"/>
              <a:gd name="p0x2" fmla="*/ 7491 w 7625"/>
              <a:gd name="p0y2" fmla="*/ 0 h 1797"/>
              <a:gd name="p0x3" fmla="*/ 7625 w 7625"/>
              <a:gd name="p0y3" fmla="*/ 134 h 1797"/>
              <a:gd name="p0x4" fmla="*/ 7625 w 7625"/>
              <a:gd name="p0y4" fmla="*/ 300 h 1797"/>
              <a:gd name="p0x5" fmla="*/ 7625 w 7625"/>
              <a:gd name="p0y5" fmla="*/ 1497 h 1797"/>
              <a:gd name="p0x6" fmla="*/ 7625 w 7625"/>
              <a:gd name="p0y6" fmla="*/ 1662 h 1797"/>
              <a:gd name="p0x7" fmla="*/ 7491 w 7625"/>
              <a:gd name="p0y7" fmla="*/ 1797 h 1797"/>
              <a:gd name="p0x8" fmla="*/ 7325 w 7625"/>
              <a:gd name="p0y8" fmla="*/ 1797 h 1797"/>
              <a:gd name="p0x9" fmla="*/ 300 w 7625"/>
              <a:gd name="p0y9" fmla="*/ 1797 h 1797"/>
              <a:gd name="p0x10" fmla="*/ 134 w 7625"/>
              <a:gd name="p0y10" fmla="*/ 1797 h 1797"/>
              <a:gd name="p0x11" fmla="*/ 0 w 7625"/>
              <a:gd name="p0y11" fmla="*/ 1662 h 1797"/>
              <a:gd name="p0x12" fmla="*/ 0 w 7625"/>
              <a:gd name="p0y12" fmla="*/ 1497 h 1797"/>
              <a:gd name="p0x13" fmla="*/ 0 w 7625"/>
              <a:gd name="p0y13" fmla="*/ 300 h 1797"/>
              <a:gd name="p0x14" fmla="*/ 0 w 7625"/>
              <a:gd name="p0y14" fmla="*/ 134 h 1797"/>
              <a:gd name="p0x15" fmla="*/ 134 w 7625"/>
              <a:gd name="p0y15" fmla="*/ 0 h 1797"/>
              <a:gd name="p0x16" fmla="*/ 300 w 7625"/>
              <a:gd name="p0y16" fmla="*/ 0 h 17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5"/>
            </p:custDataLst>
          </p:nvPr>
        </p:nvSpPr>
        <p:spPr>
          <a:xfrm>
            <a:off x="6930390" y="3236595"/>
            <a:ext cx="28575" cy="902970"/>
          </a:xfrm>
          <a:custGeom>
            <a:avLst/>
            <a:gdLst>
              <a:gd name="sw" fmla="*/ 1 w 45"/>
              <a:gd name="sh" fmla="*/ 1 h 1422"/>
              <a:gd name="mins" fmla="min sw sh"/>
              <a:gd name="dsw" fmla="+- 0 sw mins"/>
              <a:gd name="dsh" fmla="+- 0 sh mins"/>
              <a:gd name="p0x0" fmla="*/ 22 w 45"/>
              <a:gd name="p0y0" fmla="*/ 0 h 1422"/>
              <a:gd name="p0x1" fmla="*/ 34 w 45"/>
              <a:gd name="p0y1" fmla="*/ 0 h 1422"/>
              <a:gd name="p0x2" fmla="*/ 45 w 45"/>
              <a:gd name="p0y2" fmla="*/ 10 h 1422"/>
              <a:gd name="p0x3" fmla="*/ 45 w 45"/>
              <a:gd name="p0y3" fmla="*/ 22 h 1422"/>
              <a:gd name="p0x4" fmla="*/ 45 w 45"/>
              <a:gd name="p0y4" fmla="*/ 1399 h 1422"/>
              <a:gd name="p0x5" fmla="*/ 45 w 45"/>
              <a:gd name="p0y5" fmla="*/ 1411 h 1422"/>
              <a:gd name="p0x6" fmla="*/ 34 w 45"/>
              <a:gd name="p0y6" fmla="*/ 1422 h 1422"/>
              <a:gd name="p0x7" fmla="*/ 22 w 45"/>
              <a:gd name="p0y7" fmla="*/ 1422 h 1422"/>
              <a:gd name="p0x8" fmla="*/ 10 w 45"/>
              <a:gd name="p0y8" fmla="*/ 1422 h 1422"/>
              <a:gd name="p0x9" fmla="*/ 0 w 45"/>
              <a:gd name="p0y9" fmla="*/ 1411 h 1422"/>
              <a:gd name="p0x10" fmla="*/ 0 w 45"/>
              <a:gd name="p0y10" fmla="*/ 1399 h 1422"/>
              <a:gd name="p0x11" fmla="*/ 0 w 45"/>
              <a:gd name="p0y11" fmla="*/ 22 h 1422"/>
              <a:gd name="p0x12" fmla="*/ 0 w 45"/>
              <a:gd name="p0y12" fmla="*/ 10 h 1422"/>
              <a:gd name="p0x13" fmla="*/ 10 w 45"/>
              <a:gd name="p0y13" fmla="*/ 0 h 1422"/>
              <a:gd name="p0x14" fmla="*/ 22 w 45"/>
              <a:gd name="p0y14" fmla="*/ 0 h 1422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6"/>
            </p:custDataLst>
          </p:nvPr>
        </p:nvSpPr>
        <p:spPr>
          <a:xfrm>
            <a:off x="7073284" y="3222355"/>
            <a:ext cx="152407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受限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7073284" y="3501437"/>
            <a:ext cx="16764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3D6B7E"/>
                </a:solidFill>
                <a:cs typeface="+mn-lt"/>
              </a:rPr>
              <a:t>仅负责人与管理员可见</a:t>
            </a:r>
            <a:endParaRPr sz="1200">
              <a:solidFill>
                <a:srgbClr val="3D6B7E"/>
              </a:solidFill>
              <a:cs typeface="+mn-lt"/>
            </a:endParaRPr>
          </a:p>
        </p:txBody>
      </p:sp>
      <p:sp>
        <p:nvSpPr>
          <p:cNvPr id="36" name="任意多边形 35"/>
          <p:cNvSpPr/>
          <p:nvPr>
            <p:custDataLst>
              <p:tags r:id="rId38"/>
            </p:custDataLst>
          </p:nvPr>
        </p:nvSpPr>
        <p:spPr>
          <a:xfrm>
            <a:off x="6885356" y="3122295"/>
            <a:ext cx="4618253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273" h="30">
                <a:moveTo>
                  <a:pt x="131" y="0"/>
                </a:moveTo>
                <a:lnTo>
                  <a:pt x="7142" y="0"/>
                </a:lnTo>
                <a:cubicBezTo>
                  <a:pt x="7189" y="0"/>
                  <a:pt x="7233" y="11"/>
                  <a:pt x="7273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39"/>
            </p:custDataLst>
          </p:nvPr>
        </p:nvSpPr>
        <p:spPr>
          <a:xfrm>
            <a:off x="6772910" y="4382135"/>
            <a:ext cx="4842510" cy="1141095"/>
          </a:xfrm>
          <a:custGeom>
            <a:avLst/>
            <a:gdLst>
              <a:gd name="sw" fmla="*/ 1 w 7625"/>
              <a:gd name="sh" fmla="*/ 1 h 1797"/>
              <a:gd name="mins" fmla="min sw sh"/>
              <a:gd name="dsw" fmla="+- 0 sw mins"/>
              <a:gd name="dsh" fmla="+- 0 sh mins"/>
              <a:gd name="p0x0" fmla="*/ 300 w 7625"/>
              <a:gd name="p0y0" fmla="*/ 0 h 1797"/>
              <a:gd name="p0x1" fmla="*/ 7325 w 7625"/>
              <a:gd name="p0y1" fmla="*/ 0 h 1797"/>
              <a:gd name="p0x2" fmla="*/ 7491 w 7625"/>
              <a:gd name="p0y2" fmla="*/ 0 h 1797"/>
              <a:gd name="p0x3" fmla="*/ 7625 w 7625"/>
              <a:gd name="p0y3" fmla="*/ 134 h 1797"/>
              <a:gd name="p0x4" fmla="*/ 7625 w 7625"/>
              <a:gd name="p0y4" fmla="*/ 300 h 1797"/>
              <a:gd name="p0x5" fmla="*/ 7625 w 7625"/>
              <a:gd name="p0y5" fmla="*/ 1497 h 1797"/>
              <a:gd name="p0x6" fmla="*/ 7625 w 7625"/>
              <a:gd name="p0y6" fmla="*/ 1662 h 1797"/>
              <a:gd name="p0x7" fmla="*/ 7491 w 7625"/>
              <a:gd name="p0y7" fmla="*/ 1797 h 1797"/>
              <a:gd name="p0x8" fmla="*/ 7325 w 7625"/>
              <a:gd name="p0y8" fmla="*/ 1797 h 1797"/>
              <a:gd name="p0x9" fmla="*/ 300 w 7625"/>
              <a:gd name="p0y9" fmla="*/ 1797 h 1797"/>
              <a:gd name="p0x10" fmla="*/ 134 w 7625"/>
              <a:gd name="p0y10" fmla="*/ 1797 h 1797"/>
              <a:gd name="p0x11" fmla="*/ 0 w 7625"/>
              <a:gd name="p0y11" fmla="*/ 1662 h 1797"/>
              <a:gd name="p0x12" fmla="*/ 0 w 7625"/>
              <a:gd name="p0y12" fmla="*/ 1497 h 1797"/>
              <a:gd name="p0x13" fmla="*/ 0 w 7625"/>
              <a:gd name="p0y13" fmla="*/ 300 h 1797"/>
              <a:gd name="p0x14" fmla="*/ 0 w 7625"/>
              <a:gd name="p0y14" fmla="*/ 134 h 1797"/>
              <a:gd name="p0x15" fmla="*/ 134 w 7625"/>
              <a:gd name="p0y15" fmla="*/ 0 h 1797"/>
              <a:gd name="p0x16" fmla="*/ 300 w 7625"/>
              <a:gd name="p0y16" fmla="*/ 0 h 17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40"/>
            </p:custDataLst>
          </p:nvPr>
        </p:nvSpPr>
        <p:spPr>
          <a:xfrm>
            <a:off x="6930390" y="4501515"/>
            <a:ext cx="28575" cy="902970"/>
          </a:xfrm>
          <a:custGeom>
            <a:avLst/>
            <a:gdLst>
              <a:gd name="sw" fmla="*/ 1 w 45"/>
              <a:gd name="sh" fmla="*/ 1 h 1422"/>
              <a:gd name="mins" fmla="min sw sh"/>
              <a:gd name="dsw" fmla="+- 0 sw mins"/>
              <a:gd name="dsh" fmla="+- 0 sh mins"/>
              <a:gd name="p0x0" fmla="*/ 22 w 45"/>
              <a:gd name="p0y0" fmla="*/ 0 h 1422"/>
              <a:gd name="p0x1" fmla="*/ 34 w 45"/>
              <a:gd name="p0y1" fmla="*/ 0 h 1422"/>
              <a:gd name="p0x2" fmla="*/ 45 w 45"/>
              <a:gd name="p0y2" fmla="*/ 10 h 1422"/>
              <a:gd name="p0x3" fmla="*/ 45 w 45"/>
              <a:gd name="p0y3" fmla="*/ 22 h 1422"/>
              <a:gd name="p0x4" fmla="*/ 45 w 45"/>
              <a:gd name="p0y4" fmla="*/ 1399 h 1422"/>
              <a:gd name="p0x5" fmla="*/ 45 w 45"/>
              <a:gd name="p0y5" fmla="*/ 1411 h 1422"/>
              <a:gd name="p0x6" fmla="*/ 34 w 45"/>
              <a:gd name="p0y6" fmla="*/ 1422 h 1422"/>
              <a:gd name="p0x7" fmla="*/ 22 w 45"/>
              <a:gd name="p0y7" fmla="*/ 1422 h 1422"/>
              <a:gd name="p0x8" fmla="*/ 10 w 45"/>
              <a:gd name="p0y8" fmla="*/ 1422 h 1422"/>
              <a:gd name="p0x9" fmla="*/ 0 w 45"/>
              <a:gd name="p0y9" fmla="*/ 1411 h 1422"/>
              <a:gd name="p0x10" fmla="*/ 0 w 45"/>
              <a:gd name="p0y10" fmla="*/ 1399 h 1422"/>
              <a:gd name="p0x11" fmla="*/ 0 w 45"/>
              <a:gd name="p0y11" fmla="*/ 22 h 1422"/>
              <a:gd name="p0x12" fmla="*/ 0 w 45"/>
              <a:gd name="p0y12" fmla="*/ 10 h 1422"/>
              <a:gd name="p0x13" fmla="*/ 10 w 45"/>
              <a:gd name="p0y13" fmla="*/ 0 h 1422"/>
              <a:gd name="p0x14" fmla="*/ 22 w 45"/>
              <a:gd name="p0y14" fmla="*/ 0 h 1422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1"/>
            </p:custDataLst>
          </p:nvPr>
        </p:nvSpPr>
        <p:spPr>
          <a:xfrm>
            <a:off x="7073284" y="4487313"/>
            <a:ext cx="137167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指定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42"/>
            </p:custDataLst>
          </p:nvPr>
        </p:nvSpPr>
        <p:spPr>
          <a:xfrm>
            <a:off x="7073284" y="4766396"/>
            <a:ext cx="15240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3D6B7E"/>
                </a:solidFill>
                <a:cs typeface="+mn-lt"/>
              </a:rPr>
              <a:t>指定成员白名单可见</a:t>
            </a:r>
            <a:endParaRPr sz="1200">
              <a:solidFill>
                <a:srgbClr val="3D6B7E"/>
              </a:solidFill>
              <a:cs typeface="+mn-lt"/>
            </a:endParaRPr>
          </a:p>
        </p:txBody>
      </p:sp>
      <p:sp>
        <p:nvSpPr>
          <p:cNvPr id="42" name="任意多边形 41"/>
          <p:cNvSpPr/>
          <p:nvPr>
            <p:custDataLst>
              <p:tags r:id="rId43"/>
            </p:custDataLst>
          </p:nvPr>
        </p:nvSpPr>
        <p:spPr>
          <a:xfrm>
            <a:off x="6885356" y="4387215"/>
            <a:ext cx="4618253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273" h="30">
                <a:moveTo>
                  <a:pt x="131" y="0"/>
                </a:moveTo>
                <a:lnTo>
                  <a:pt x="7142" y="0"/>
                </a:lnTo>
                <a:cubicBezTo>
                  <a:pt x="7189" y="0"/>
                  <a:pt x="7233" y="11"/>
                  <a:pt x="7273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功能设计</a:t>
            </a:r>
            <a:r>
              <a:rPr lang="en-US" altLang="zh-CN" sz="3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 Ⅲ</a:t>
            </a:r>
            <a:r>
              <a:rPr lang="zh-CN" altLang="en-US" sz="3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：更</a:t>
            </a:r>
            <a:r>
              <a:rPr lang="zh-CN" altLang="en-US" sz="3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完善的资源审查</a:t>
            </a:r>
            <a:r>
              <a:rPr lang="zh-CN" altLang="en-US" sz="30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机制</a:t>
            </a:r>
            <a:endParaRPr lang="zh-CN" altLang="en-US" sz="3000" b="1">
              <a:solidFill>
                <a:srgbClr val="1A4A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76020"/>
            <a:ext cx="38100" cy="190500"/>
          </a:xfrm>
          <a:custGeom>
            <a:avLst/>
            <a:gdLst>
              <a:gd name="sw" fmla="*/ 1 w 60"/>
              <a:gd name="sh" fmla="*/ 1 h 300"/>
              <a:gd name="mins" fmla="min sw sh"/>
              <a:gd name="dsw" fmla="+- 0 sw mins"/>
              <a:gd name="dsh" fmla="+- 0 sh mins"/>
              <a:gd name="p0x0" fmla="*/ 30 w 60"/>
              <a:gd name="p0y0" fmla="*/ 0 h 300"/>
              <a:gd name="p0x1" fmla="*/ 46 w 60"/>
              <a:gd name="p0y1" fmla="*/ 0 h 300"/>
              <a:gd name="p0x2" fmla="*/ 60 w 60"/>
              <a:gd name="p0y2" fmla="*/ 13 h 300"/>
              <a:gd name="p0x3" fmla="*/ 60 w 60"/>
              <a:gd name="p0y3" fmla="*/ 30 h 300"/>
              <a:gd name="p0x4" fmla="*/ 60 w 60"/>
              <a:gd name="p0y4" fmla="*/ 270 h 300"/>
              <a:gd name="p0x5" fmla="*/ 60 w 60"/>
              <a:gd name="p0y5" fmla="*/ 286 h 300"/>
              <a:gd name="p0x6" fmla="*/ 46 w 60"/>
              <a:gd name="p0y6" fmla="*/ 300 h 300"/>
              <a:gd name="p0x7" fmla="*/ 30 w 60"/>
              <a:gd name="p0y7" fmla="*/ 300 h 300"/>
              <a:gd name="p0x8" fmla="*/ 13 w 60"/>
              <a:gd name="p0y8" fmla="*/ 300 h 300"/>
              <a:gd name="p0x9" fmla="*/ 0 w 60"/>
              <a:gd name="p0y9" fmla="*/ 286 h 300"/>
              <a:gd name="p0x10" fmla="*/ 0 w 60"/>
              <a:gd name="p0y10" fmla="*/ 270 h 300"/>
              <a:gd name="p0x11" fmla="*/ 0 w 60"/>
              <a:gd name="p0y11" fmla="*/ 30 h 300"/>
              <a:gd name="p0x12" fmla="*/ 0 w 60"/>
              <a:gd name="p0y12" fmla="*/ 13 h 300"/>
              <a:gd name="p0x13" fmla="*/ 13 w 60"/>
              <a:gd name="p0y13" fmla="*/ 0 h 300"/>
              <a:gd name="p0x14" fmla="*/ 30 w 60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85800" y="1088707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A4A5E"/>
                </a:solidFill>
                <a:cs typeface="+mn-lt"/>
              </a:rPr>
              <a:t>审核流程</a:t>
            </a:r>
            <a:endParaRPr sz="2100" b="1" spc="42">
              <a:solidFill>
                <a:srgbClr val="1A4A5E"/>
              </a:solidFill>
              <a:cs typeface="+mn-lt"/>
            </a:endParaRPr>
          </a:p>
        </p:txBody>
      </p:sp>
      <p:sp>
        <p:nvSpPr>
          <p:cNvPr id="33" name="任意多边形 32"/>
          <p:cNvSpPr/>
          <p:nvPr>
            <p:custDataLst>
              <p:tags r:id="rId4"/>
            </p:custDataLst>
          </p:nvPr>
        </p:nvSpPr>
        <p:spPr>
          <a:xfrm>
            <a:off x="571500" y="4233545"/>
            <a:ext cx="38100" cy="190500"/>
          </a:xfrm>
          <a:custGeom>
            <a:avLst/>
            <a:gdLst>
              <a:gd name="sw" fmla="*/ 1 w 60"/>
              <a:gd name="sh" fmla="*/ 1 h 300"/>
              <a:gd name="mins" fmla="min sw sh"/>
              <a:gd name="dsw" fmla="+- 0 sw mins"/>
              <a:gd name="dsh" fmla="+- 0 sh mins"/>
              <a:gd name="p0x0" fmla="*/ 30 w 60"/>
              <a:gd name="p0y0" fmla="*/ 0 h 300"/>
              <a:gd name="p0x1" fmla="*/ 46 w 60"/>
              <a:gd name="p0y1" fmla="*/ 0 h 300"/>
              <a:gd name="p0x2" fmla="*/ 60 w 60"/>
              <a:gd name="p0y2" fmla="*/ 13 h 300"/>
              <a:gd name="p0x3" fmla="*/ 60 w 60"/>
              <a:gd name="p0y3" fmla="*/ 30 h 300"/>
              <a:gd name="p0x4" fmla="*/ 60 w 60"/>
              <a:gd name="p0y4" fmla="*/ 270 h 300"/>
              <a:gd name="p0x5" fmla="*/ 60 w 60"/>
              <a:gd name="p0y5" fmla="*/ 286 h 300"/>
              <a:gd name="p0x6" fmla="*/ 46 w 60"/>
              <a:gd name="p0y6" fmla="*/ 300 h 300"/>
              <a:gd name="p0x7" fmla="*/ 30 w 60"/>
              <a:gd name="p0y7" fmla="*/ 300 h 300"/>
              <a:gd name="p0x8" fmla="*/ 13 w 60"/>
              <a:gd name="p0y8" fmla="*/ 300 h 300"/>
              <a:gd name="p0x9" fmla="*/ 0 w 60"/>
              <a:gd name="p0y9" fmla="*/ 286 h 300"/>
              <a:gd name="p0x10" fmla="*/ 0 w 60"/>
              <a:gd name="p0y10" fmla="*/ 270 h 300"/>
              <a:gd name="p0x11" fmla="*/ 0 w 60"/>
              <a:gd name="p0y11" fmla="*/ 30 h 300"/>
              <a:gd name="p0x12" fmla="*/ 0 w 60"/>
              <a:gd name="p0y12" fmla="*/ 13 h 300"/>
              <a:gd name="p0x13" fmla="*/ 13 w 60"/>
              <a:gd name="p0y13" fmla="*/ 0 h 300"/>
              <a:gd name="p0x14" fmla="*/ 30 w 60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685800" y="4146233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A4A5E"/>
                </a:solidFill>
                <a:cs typeface="+mn-lt"/>
              </a:rPr>
              <a:t>配套规则</a:t>
            </a:r>
            <a:endParaRPr sz="2100" b="1" spc="42">
              <a:solidFill>
                <a:srgbClr val="1A4A5E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6"/>
            </p:custDataLst>
          </p:nvPr>
        </p:nvSpPr>
        <p:spPr>
          <a:xfrm>
            <a:off x="571500" y="1628775"/>
            <a:ext cx="4077335" cy="645160"/>
          </a:xfrm>
          <a:custGeom>
            <a:avLst/>
            <a:gdLst>
              <a:gd name="sw" fmla="*/ 1 w 6421"/>
              <a:gd name="sh" fmla="*/ 1 h 1016"/>
              <a:gd name="mins" fmla="min sw sh"/>
              <a:gd name="dsw" fmla="+- 0 sw mins"/>
              <a:gd name="dsh" fmla="+- 0 sh mins"/>
              <a:gd name="p0x0" fmla="*/ 0 w 6421"/>
              <a:gd name="p0y0" fmla="*/ 0 h 1016"/>
              <a:gd name="p0x1" fmla="*/ 6181 w 6421"/>
              <a:gd name="p0y1" fmla="*/ 0 h 1016"/>
              <a:gd name="p0x2" fmla="*/ 6421 w 6421"/>
              <a:gd name="p0y2" fmla="*/ 508 h 1016"/>
              <a:gd name="p0x3" fmla="*/ 6421 w 6421"/>
              <a:gd name="p0y3" fmla="*/ 508 h 1016"/>
              <a:gd name="p0x4" fmla="*/ 6181 w 6421"/>
              <a:gd name="p0y4" fmla="*/ 1016 h 1016"/>
              <a:gd name="p0x5" fmla="*/ 0 w 6421"/>
              <a:gd name="p0y5" fmla="*/ 1016 h 1016"/>
              <a:gd name="p0x6" fmla="*/ 0 w 6421"/>
              <a:gd name="p0y6" fmla="*/ 0 h 101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685800" y="1730692"/>
            <a:ext cx="3849214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200" b="1">
                <a:solidFill>
                  <a:srgbClr val="FFFFFF">
                    <a:alpha val="90001"/>
                  </a:srgbClr>
                </a:solidFill>
                <a:cs typeface="+mn-lt"/>
              </a:rPr>
              <a:t>①</a:t>
            </a:r>
            <a:r>
              <a:rPr lang="en-US" altLang="zh-CN" sz="1200" b="1">
                <a:solidFill>
                  <a:srgbClr val="FFFFFF">
                    <a:alpha val="90001"/>
                  </a:srgbClr>
                </a:solidFill>
                <a:cs typeface="+mn-lt"/>
              </a:rPr>
              <a:t> </a:t>
            </a:r>
            <a:r>
              <a:rPr lang="zh-CN" altLang="en-US" sz="1200" b="1">
                <a:solidFill>
                  <a:srgbClr val="FFFFFF">
                    <a:alpha val="90001"/>
                  </a:srgbClr>
                </a:solidFill>
                <a:cs typeface="+mn-lt"/>
              </a:rPr>
              <a:t>成员登记占用</a:t>
            </a:r>
            <a:endParaRPr lang="zh-CN" altLang="en-US" sz="1200" b="1">
              <a:solidFill>
                <a:srgbClr val="FFFFFF">
                  <a:alpha val="90001"/>
                </a:srgbClr>
              </a:solidFill>
              <a:cs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685800" y="1949739"/>
            <a:ext cx="3849214" cy="2162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050">
                <a:solidFill>
                  <a:srgbClr val="FFFFFF">
                    <a:alpha val="88000"/>
                  </a:srgbClr>
                </a:solidFill>
                <a:cs typeface="+mn-lt"/>
              </a:rPr>
              <a:t>填写资源名</a:t>
            </a:r>
            <a:r>
              <a:rPr lang="en-US" altLang="zh-CN" sz="1050">
                <a:solidFill>
                  <a:srgbClr val="FFFFFF">
                    <a:alpha val="88000"/>
                  </a:srgbClr>
                </a:solidFill>
                <a:cs typeface="+mn-lt"/>
              </a:rPr>
              <a:t> / </a:t>
            </a:r>
            <a:r>
              <a:rPr lang="zh-CN" altLang="en-US" sz="1050">
                <a:solidFill>
                  <a:srgbClr val="FFFFFF">
                    <a:alpha val="88000"/>
                  </a:srgbClr>
                </a:solidFill>
                <a:cs typeface="+mn-lt"/>
              </a:rPr>
              <a:t>起止时间</a:t>
            </a:r>
            <a:r>
              <a:rPr lang="en-US" altLang="zh-CN" sz="1050">
                <a:solidFill>
                  <a:srgbClr val="FFFFFF">
                    <a:alpha val="88000"/>
                  </a:srgbClr>
                </a:solidFill>
                <a:cs typeface="+mn-lt"/>
              </a:rPr>
              <a:t> / </a:t>
            </a:r>
            <a:r>
              <a:rPr lang="zh-CN" altLang="en-US" sz="1050">
                <a:solidFill>
                  <a:srgbClr val="FFFFFF">
                    <a:alpha val="88000"/>
                  </a:srgbClr>
                </a:solidFill>
                <a:cs typeface="+mn-lt"/>
              </a:rPr>
              <a:t>用途</a:t>
            </a:r>
            <a:endParaRPr lang="zh-CN" altLang="en-US" sz="1050">
              <a:solidFill>
                <a:srgbClr val="FFFFFF">
                  <a:alpha val="88000"/>
                </a:srgbClr>
              </a:solidFill>
              <a:cs typeface="+mn-lt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4648835" y="1628775"/>
            <a:ext cx="3189532" cy="645160"/>
          </a:xfrm>
          <a:custGeom>
            <a:avLst/>
            <a:gdLst>
              <a:gd name="sw" fmla="*/ 1 w 5022"/>
              <a:gd name="sh" fmla="*/ 1 h 1016"/>
              <a:gd name="mins" fmla="min sw sh"/>
              <a:gd name="dsw" fmla="+- 0 sw mins"/>
              <a:gd name="dsh" fmla="+- 0 sh mins"/>
              <a:gd name="p0x0" fmla="*/ 0 w 5022"/>
              <a:gd name="p0y0" fmla="*/ 0 h 1016"/>
              <a:gd name="p0x1" fmla="*/ 4782 w 5022"/>
              <a:gd name="p0y1" fmla="*/ 0 h 1016"/>
              <a:gd name="p0x2" fmla="*/ 5022 w 5022"/>
              <a:gd name="p0y2" fmla="*/ 508 h 1016"/>
              <a:gd name="p0x3" fmla="*/ 5022 w 5022"/>
              <a:gd name="p0y3" fmla="*/ 508 h 1016"/>
              <a:gd name="p0x4" fmla="*/ 4782 w 5022"/>
              <a:gd name="p0y4" fmla="*/ 1016 h 1016"/>
              <a:gd name="p0x5" fmla="*/ 0 w 5022"/>
              <a:gd name="p0y5" fmla="*/ 1016 h 1016"/>
              <a:gd name="p0x6" fmla="*/ 240 w 5022"/>
              <a:gd name="p0y6" fmla="*/ 508 h 1016"/>
              <a:gd name="p0x7" fmla="*/ 0 w 5022"/>
              <a:gd name="p0y7" fmla="*/ 0 h 101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4763614" y="1730692"/>
            <a:ext cx="2960932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200" b="1">
                <a:solidFill>
                  <a:srgbClr val="FFFFFF">
                    <a:alpha val="90001"/>
                  </a:srgbClr>
                </a:solidFill>
                <a:cs typeface="+mn-lt"/>
              </a:rPr>
              <a:t>②</a:t>
            </a:r>
            <a:r>
              <a:rPr lang="en-US" altLang="zh-CN" sz="1200" b="1">
                <a:solidFill>
                  <a:srgbClr val="FFFFFF">
                    <a:alpha val="90001"/>
                  </a:srgbClr>
                </a:solidFill>
                <a:cs typeface="+mn-lt"/>
              </a:rPr>
              <a:t> </a:t>
            </a:r>
            <a:r>
              <a:rPr lang="zh-CN" altLang="en-US" sz="1200" b="1">
                <a:solidFill>
                  <a:srgbClr val="FFFFFF">
                    <a:alpha val="90001"/>
                  </a:srgbClr>
                </a:solidFill>
                <a:cs typeface="+mn-lt"/>
              </a:rPr>
              <a:t>进入待审核</a:t>
            </a:r>
            <a:endParaRPr lang="zh-CN" altLang="en-US" sz="1200" b="1">
              <a:solidFill>
                <a:srgbClr val="FFFFFF">
                  <a:alpha val="90001"/>
                </a:srgbClr>
              </a:solidFill>
              <a:cs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4763614" y="1949739"/>
            <a:ext cx="2960932" cy="2162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050">
                <a:solidFill>
                  <a:srgbClr val="FFFFFF">
                    <a:alpha val="88000"/>
                  </a:srgbClr>
                </a:solidFill>
                <a:cs typeface="+mn-lt"/>
              </a:rPr>
              <a:t>标记</a:t>
            </a:r>
            <a:r>
              <a:rPr lang="en-US" altLang="zh-CN" sz="1050">
                <a:solidFill>
                  <a:srgbClr val="FFFFFF">
                    <a:alpha val="88000"/>
                  </a:srgbClr>
                </a:solidFill>
                <a:cs typeface="+mn-lt"/>
              </a:rPr>
              <a:t> pending </a:t>
            </a:r>
            <a:r>
              <a:rPr lang="zh-CN" altLang="en-US" sz="1050">
                <a:solidFill>
                  <a:srgbClr val="FFFFFF">
                    <a:alpha val="88000"/>
                  </a:srgbClr>
                </a:solidFill>
                <a:cs typeface="+mn-lt"/>
              </a:rPr>
              <a:t>状态，不参与统计</a:t>
            </a:r>
            <a:endParaRPr lang="zh-CN" altLang="en-US" sz="1050">
              <a:solidFill>
                <a:srgbClr val="FFFFFF">
                  <a:alpha val="88000"/>
                </a:srgbClr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7838440" y="1628775"/>
            <a:ext cx="3781720" cy="645160"/>
          </a:xfrm>
          <a:custGeom>
            <a:avLst/>
            <a:gdLst>
              <a:gd name="sw" fmla="*/ 1 w 5955"/>
              <a:gd name="sh" fmla="*/ 1 h 1016"/>
              <a:gd name="mins" fmla="min sw sh"/>
              <a:gd name="dsw" fmla="+- 0 sw mins"/>
              <a:gd name="dsh" fmla="+- 0 sh mins"/>
              <a:gd name="p0x0" fmla="*/ 0 w 5955"/>
              <a:gd name="p0y0" fmla="*/ 0 h 1016"/>
              <a:gd name="p0x1" fmla="*/ 5715 w 5955"/>
              <a:gd name="p0y1" fmla="*/ 0 h 1016"/>
              <a:gd name="p0x2" fmla="*/ 5955 w 5955"/>
              <a:gd name="p0y2" fmla="*/ 508 h 1016"/>
              <a:gd name="p0x3" fmla="*/ 5955 w 5955"/>
              <a:gd name="p0y3" fmla="*/ 508 h 1016"/>
              <a:gd name="p0x4" fmla="*/ 5715 w 5955"/>
              <a:gd name="p0y4" fmla="*/ 1016 h 1016"/>
              <a:gd name="p0x5" fmla="*/ 0 w 5955"/>
              <a:gd name="p0y5" fmla="*/ 1016 h 1016"/>
              <a:gd name="p0x6" fmla="*/ 240 w 5955"/>
              <a:gd name="p0y6" fmla="*/ 508 h 1016"/>
              <a:gd name="p0x7" fmla="*/ 0 w 5955"/>
              <a:gd name="p0y7" fmla="*/ 0 h 101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7953156" y="1730692"/>
            <a:ext cx="3553121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200" b="1">
                <a:solidFill>
                  <a:srgbClr val="FFFFFF">
                    <a:alpha val="90001"/>
                  </a:srgbClr>
                </a:solidFill>
                <a:cs typeface="+mn-lt"/>
              </a:rPr>
              <a:t>③</a:t>
            </a:r>
            <a:r>
              <a:rPr lang="en-US" altLang="zh-CN" sz="1200" b="1">
                <a:solidFill>
                  <a:srgbClr val="FFFFFF">
                    <a:alpha val="90001"/>
                  </a:srgbClr>
                </a:solidFill>
                <a:cs typeface="+mn-lt"/>
              </a:rPr>
              <a:t> </a:t>
            </a:r>
            <a:r>
              <a:rPr lang="zh-CN" altLang="en-US" sz="1200" b="1">
                <a:solidFill>
                  <a:srgbClr val="FFFFFF">
                    <a:alpha val="90001"/>
                  </a:srgbClr>
                </a:solidFill>
                <a:cs typeface="+mn-lt"/>
              </a:rPr>
              <a:t>管理员审核</a:t>
            </a:r>
            <a:endParaRPr lang="zh-CN" altLang="en-US" sz="1200" b="1">
              <a:solidFill>
                <a:srgbClr val="FFFFFF">
                  <a:alpha val="90001"/>
                </a:srgbClr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7953156" y="1949739"/>
            <a:ext cx="3553121" cy="2162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FFFFFF">
                    <a:alpha val="88000"/>
                  </a:srgbClr>
                </a:solidFill>
                <a:cs typeface="+mn-lt"/>
              </a:rPr>
              <a:t>查看历史占用与冲突，通过或驳回</a:t>
            </a:r>
            <a:endParaRPr sz="1050">
              <a:solidFill>
                <a:srgbClr val="FFFFFF">
                  <a:alpha val="88000"/>
                </a:srgbClr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575945" y="2469515"/>
            <a:ext cx="5457825" cy="1459230"/>
          </a:xfrm>
          <a:custGeom>
            <a:avLst/>
            <a:gdLst>
              <a:gd name="sw" fmla="*/ 1 w 8595"/>
              <a:gd name="sh" fmla="*/ 1 h 2298"/>
              <a:gd name="mins" fmla="min sw sh"/>
              <a:gd name="dsw" fmla="+- 0 sw mins"/>
              <a:gd name="dsh" fmla="+- 0 sh mins"/>
              <a:gd name="p0x0" fmla="*/ 300 w 8595"/>
              <a:gd name="p0y0" fmla="*/ 0 h 2298"/>
              <a:gd name="p0x1" fmla="*/ 8295 w 8595"/>
              <a:gd name="p0y1" fmla="*/ 0 h 2298"/>
              <a:gd name="p0x2" fmla="*/ 8460 w 8595"/>
              <a:gd name="p0y2" fmla="*/ 0 h 2298"/>
              <a:gd name="p0x3" fmla="*/ 8595 w 8595"/>
              <a:gd name="p0y3" fmla="*/ 134 h 2298"/>
              <a:gd name="p0x4" fmla="*/ 8595 w 8595"/>
              <a:gd name="p0y4" fmla="*/ 300 h 2298"/>
              <a:gd name="p0x5" fmla="*/ 8595 w 8595"/>
              <a:gd name="p0y5" fmla="*/ 1998 h 2298"/>
              <a:gd name="p0x6" fmla="*/ 8595 w 8595"/>
              <a:gd name="p0y6" fmla="*/ 2163 h 2298"/>
              <a:gd name="p0x7" fmla="*/ 8460 w 8595"/>
              <a:gd name="p0y7" fmla="*/ 2298 h 2298"/>
              <a:gd name="p0x8" fmla="*/ 8295 w 8595"/>
              <a:gd name="p0y8" fmla="*/ 2298 h 2298"/>
              <a:gd name="p0x9" fmla="*/ 300 w 8595"/>
              <a:gd name="p0y9" fmla="*/ 2298 h 2298"/>
              <a:gd name="p0x10" fmla="*/ 134 w 8595"/>
              <a:gd name="p0y10" fmla="*/ 2298 h 2298"/>
              <a:gd name="p0x11" fmla="*/ 0 w 8595"/>
              <a:gd name="p0y11" fmla="*/ 2163 h 2298"/>
              <a:gd name="p0x12" fmla="*/ 0 w 8595"/>
              <a:gd name="p0y12" fmla="*/ 1998 h 2298"/>
              <a:gd name="p0x13" fmla="*/ 0 w 8595"/>
              <a:gd name="p0y13" fmla="*/ 300 h 2298"/>
              <a:gd name="p0x14" fmla="*/ 0 w 8595"/>
              <a:gd name="p0y14" fmla="*/ 134 h 2298"/>
              <a:gd name="p0x15" fmla="*/ 134 w 8595"/>
              <a:gd name="p0y15" fmla="*/ 0 h 2298"/>
              <a:gd name="p0x16" fmla="*/ 300 w 8595"/>
              <a:gd name="p0y16" fmla="*/ 0 h 2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733425" y="26054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1F2E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 descr="f7b7996e-b432-11f1-982c-1e321b8f7a6d"/>
          <p:cNvPicPr/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85" b="85"/>
          <a:stretch>
            <a:fillRect/>
          </a:stretch>
        </p:blipFill>
        <p:spPr>
          <a:xfrm>
            <a:off x="790575" y="2662555"/>
            <a:ext cx="152400" cy="1524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1038225" y="2588866"/>
            <a:ext cx="1520209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b="1">
                <a:solidFill>
                  <a:schemeClr val="tx2"/>
                </a:solidFill>
                <a:cs typeface="+mn-lt"/>
              </a:rPr>
              <a:t>通过</a:t>
            </a:r>
            <a:r>
              <a:rPr lang="en-US" altLang="zh-CN" b="1">
                <a:solidFill>
                  <a:schemeClr val="tx2"/>
                </a:solidFill>
                <a:cs typeface="+mn-lt"/>
              </a:rPr>
              <a:t> → </a:t>
            </a:r>
            <a:r>
              <a:rPr lang="zh-CN" altLang="en-US" b="1">
                <a:solidFill>
                  <a:schemeClr val="tx2"/>
                </a:solidFill>
                <a:cs typeface="+mn-lt"/>
              </a:rPr>
              <a:t>生效</a:t>
            </a:r>
            <a:endParaRPr lang="zh-CN" altLang="en-US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733425" y="2949864"/>
            <a:ext cx="51435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D6B7E"/>
                </a:solidFill>
                <a:cs typeface="+mn-lt"/>
              </a:rPr>
              <a:t>计入时长统计与冲突检测，通知登记人</a:t>
            </a:r>
            <a:r>
              <a:rPr lang="zh-CN" sz="1350">
                <a:solidFill>
                  <a:srgbClr val="3D6B7E"/>
                </a:solidFill>
                <a:cs typeface="+mn-lt"/>
              </a:rPr>
              <a:t>审查</a:t>
            </a:r>
            <a:r>
              <a:rPr lang="zh-CN" sz="1350">
                <a:solidFill>
                  <a:srgbClr val="3D6B7E"/>
                </a:solidFill>
                <a:cs typeface="+mn-lt"/>
              </a:rPr>
              <a:t>通过</a:t>
            </a:r>
            <a:endParaRPr lang="zh-CN"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16" name="任意多边形 15"/>
          <p:cNvSpPr/>
          <p:nvPr>
            <p:custDataLst>
              <p:tags r:id="rId22"/>
            </p:custDataLst>
          </p:nvPr>
        </p:nvSpPr>
        <p:spPr>
          <a:xfrm>
            <a:off x="688553" y="2474040"/>
            <a:ext cx="5233245" cy="189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241" h="30">
                <a:moveTo>
                  <a:pt x="131" y="0"/>
                </a:moveTo>
                <a:lnTo>
                  <a:pt x="8111" y="0"/>
                </a:lnTo>
                <a:cubicBezTo>
                  <a:pt x="8158" y="0"/>
                  <a:pt x="8202" y="11"/>
                  <a:pt x="8241" y="30"/>
                </a:cubicBezTo>
                <a:lnTo>
                  <a:pt x="0" y="30"/>
                </a:lnTo>
                <a:cubicBezTo>
                  <a:pt x="39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3"/>
            </p:custDataLst>
          </p:nvPr>
        </p:nvSpPr>
        <p:spPr>
          <a:xfrm>
            <a:off x="6157595" y="2469515"/>
            <a:ext cx="5457825" cy="1459230"/>
          </a:xfrm>
          <a:custGeom>
            <a:avLst/>
            <a:gdLst>
              <a:gd name="sw" fmla="*/ 1 w 8595"/>
              <a:gd name="sh" fmla="*/ 1 h 2298"/>
              <a:gd name="mins" fmla="min sw sh"/>
              <a:gd name="dsw" fmla="+- 0 sw mins"/>
              <a:gd name="dsh" fmla="+- 0 sh mins"/>
              <a:gd name="p0x0" fmla="*/ 300 w 8595"/>
              <a:gd name="p0y0" fmla="*/ 0 h 2298"/>
              <a:gd name="p0x1" fmla="*/ 8295 w 8595"/>
              <a:gd name="p0y1" fmla="*/ 0 h 2298"/>
              <a:gd name="p0x2" fmla="*/ 8460 w 8595"/>
              <a:gd name="p0y2" fmla="*/ 0 h 2298"/>
              <a:gd name="p0x3" fmla="*/ 8595 w 8595"/>
              <a:gd name="p0y3" fmla="*/ 134 h 2298"/>
              <a:gd name="p0x4" fmla="*/ 8595 w 8595"/>
              <a:gd name="p0y4" fmla="*/ 300 h 2298"/>
              <a:gd name="p0x5" fmla="*/ 8595 w 8595"/>
              <a:gd name="p0y5" fmla="*/ 1998 h 2298"/>
              <a:gd name="p0x6" fmla="*/ 8595 w 8595"/>
              <a:gd name="p0y6" fmla="*/ 2163 h 2298"/>
              <a:gd name="p0x7" fmla="*/ 8460 w 8595"/>
              <a:gd name="p0y7" fmla="*/ 2298 h 2298"/>
              <a:gd name="p0x8" fmla="*/ 8295 w 8595"/>
              <a:gd name="p0y8" fmla="*/ 2298 h 2298"/>
              <a:gd name="p0x9" fmla="*/ 300 w 8595"/>
              <a:gd name="p0y9" fmla="*/ 2298 h 2298"/>
              <a:gd name="p0x10" fmla="*/ 134 w 8595"/>
              <a:gd name="p0y10" fmla="*/ 2298 h 2298"/>
              <a:gd name="p0x11" fmla="*/ 0 w 8595"/>
              <a:gd name="p0y11" fmla="*/ 2163 h 2298"/>
              <a:gd name="p0x12" fmla="*/ 0 w 8595"/>
              <a:gd name="p0y12" fmla="*/ 1998 h 2298"/>
              <a:gd name="p0x13" fmla="*/ 0 w 8595"/>
              <a:gd name="p0y13" fmla="*/ 300 h 2298"/>
              <a:gd name="p0x14" fmla="*/ 0 w 8595"/>
              <a:gd name="p0y14" fmla="*/ 134 h 2298"/>
              <a:gd name="p0x15" fmla="*/ 134 w 8595"/>
              <a:gd name="p0y15" fmla="*/ 0 h 2298"/>
              <a:gd name="p0x16" fmla="*/ 300 w 8595"/>
              <a:gd name="p0y16" fmla="*/ 0 h 2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24"/>
            </p:custDataLst>
          </p:nvPr>
        </p:nvSpPr>
        <p:spPr>
          <a:xfrm>
            <a:off x="6315075" y="26054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BD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 descr="f7b79ad3-b432-11f1-982c-1e321b8f7a6d"/>
          <p:cNvPicPr/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t="-85" b="85"/>
          <a:stretch>
            <a:fillRect/>
          </a:stretch>
        </p:blipFill>
        <p:spPr>
          <a:xfrm>
            <a:off x="6372225" y="2662555"/>
            <a:ext cx="152400" cy="1524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6619875" y="2588866"/>
            <a:ext cx="1748809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b="1">
                <a:solidFill>
                  <a:schemeClr val="tx2"/>
                </a:solidFill>
                <a:cs typeface="+mn-lt"/>
              </a:rPr>
              <a:t>驳回</a:t>
            </a:r>
            <a:r>
              <a:rPr lang="en-US" altLang="zh-CN" b="1">
                <a:solidFill>
                  <a:schemeClr val="tx2"/>
                </a:solidFill>
                <a:cs typeface="+mn-lt"/>
              </a:rPr>
              <a:t> → </a:t>
            </a:r>
            <a:r>
              <a:rPr lang="zh-CN" altLang="en-US" b="1">
                <a:solidFill>
                  <a:schemeClr val="tx2"/>
                </a:solidFill>
                <a:cs typeface="+mn-lt"/>
              </a:rPr>
              <a:t>附理由</a:t>
            </a:r>
            <a:endParaRPr lang="zh-CN" altLang="en-US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6315075" y="2949864"/>
            <a:ext cx="51435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D6B7E"/>
                </a:solidFill>
                <a:cs typeface="+mn-lt"/>
              </a:rPr>
              <a:t>状态标记</a:t>
            </a:r>
            <a:r>
              <a:rPr lang="en-US" altLang="zh-CN" sz="1350">
                <a:solidFill>
                  <a:srgbClr val="3D6B7E"/>
                </a:solidFill>
                <a:cs typeface="+mn-lt"/>
              </a:rPr>
              <a:t> rejected</a:t>
            </a:r>
            <a:r>
              <a:rPr lang="zh-CN" altLang="en-US" sz="1350">
                <a:solidFill>
                  <a:srgbClr val="3D6B7E"/>
                </a:solidFill>
                <a:cs typeface="+mn-lt"/>
              </a:rPr>
              <a:t>，通知登记人修改重报</a:t>
            </a:r>
            <a:endParaRPr lang="zh-CN" altLang="en-US"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25" name="任意多边形 24"/>
          <p:cNvSpPr/>
          <p:nvPr>
            <p:custDataLst>
              <p:tags r:id="rId30"/>
            </p:custDataLst>
          </p:nvPr>
        </p:nvSpPr>
        <p:spPr>
          <a:xfrm>
            <a:off x="6270203" y="2474040"/>
            <a:ext cx="5233245" cy="189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241" h="30">
                <a:moveTo>
                  <a:pt x="131" y="0"/>
                </a:moveTo>
                <a:lnTo>
                  <a:pt x="8111" y="0"/>
                </a:lnTo>
                <a:cubicBezTo>
                  <a:pt x="8158" y="0"/>
                  <a:pt x="8202" y="11"/>
                  <a:pt x="8241" y="30"/>
                </a:cubicBezTo>
                <a:lnTo>
                  <a:pt x="0" y="30"/>
                </a:lnTo>
                <a:cubicBezTo>
                  <a:pt x="39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1"/>
            </p:custDataLst>
          </p:nvPr>
        </p:nvSpPr>
        <p:spPr>
          <a:xfrm>
            <a:off x="575945" y="4614545"/>
            <a:ext cx="3597275" cy="1857375"/>
          </a:xfrm>
          <a:custGeom>
            <a:avLst/>
            <a:gdLst>
              <a:gd name="sw" fmla="*/ 1 w 5664"/>
              <a:gd name="sh" fmla="*/ 1 h 2925"/>
              <a:gd name="mins" fmla="min sw sh"/>
              <a:gd name="dsw" fmla="+- 0 sw mins"/>
              <a:gd name="dsh" fmla="+- 0 sh mins"/>
              <a:gd name="p0x0" fmla="*/ 300 w 5664"/>
              <a:gd name="p0y0" fmla="*/ 0 h 2925"/>
              <a:gd name="p0x1" fmla="*/ 5364 w 5664"/>
              <a:gd name="p0y1" fmla="*/ 0 h 2925"/>
              <a:gd name="p0x2" fmla="*/ 5530 w 5664"/>
              <a:gd name="p0y2" fmla="*/ 0 h 2925"/>
              <a:gd name="p0x3" fmla="*/ 5664 w 5664"/>
              <a:gd name="p0y3" fmla="*/ 134 h 2925"/>
              <a:gd name="p0x4" fmla="*/ 5664 w 5664"/>
              <a:gd name="p0y4" fmla="*/ 300 h 2925"/>
              <a:gd name="p0x5" fmla="*/ 5664 w 5664"/>
              <a:gd name="p0y5" fmla="*/ 2625 h 2925"/>
              <a:gd name="p0x6" fmla="*/ 5664 w 5664"/>
              <a:gd name="p0y6" fmla="*/ 2790 h 2925"/>
              <a:gd name="p0x7" fmla="*/ 5530 w 5664"/>
              <a:gd name="p0y7" fmla="*/ 2925 h 2925"/>
              <a:gd name="p0x8" fmla="*/ 5364 w 5664"/>
              <a:gd name="p0y8" fmla="*/ 2925 h 2925"/>
              <a:gd name="p0x9" fmla="*/ 300 w 5664"/>
              <a:gd name="p0y9" fmla="*/ 2925 h 2925"/>
              <a:gd name="p0x10" fmla="*/ 134 w 5664"/>
              <a:gd name="p0y10" fmla="*/ 2925 h 2925"/>
              <a:gd name="p0x11" fmla="*/ 0 w 5664"/>
              <a:gd name="p0y11" fmla="*/ 2790 h 2925"/>
              <a:gd name="p0x12" fmla="*/ 0 w 5664"/>
              <a:gd name="p0y12" fmla="*/ 2625 h 2925"/>
              <a:gd name="p0x13" fmla="*/ 0 w 5664"/>
              <a:gd name="p0y13" fmla="*/ 300 h 2925"/>
              <a:gd name="p0x14" fmla="*/ 0 w 5664"/>
              <a:gd name="p0y14" fmla="*/ 134 h 2925"/>
              <a:gd name="p0x15" fmla="*/ 134 w 5664"/>
              <a:gd name="p0y15" fmla="*/ 0 h 2925"/>
              <a:gd name="p0x16" fmla="*/ 300 w 5664"/>
              <a:gd name="p0y16" fmla="*/ 0 h 29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2"/>
            </p:custDataLst>
          </p:nvPr>
        </p:nvSpPr>
        <p:spPr>
          <a:xfrm>
            <a:off x="1794196" y="5001606"/>
            <a:ext cx="1161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36">
                <a:solidFill>
                  <a:srgbClr val="1A4A5E"/>
                </a:solidFill>
                <a:cs typeface="+mn-lt"/>
              </a:rPr>
              <a:t>通知联动</a:t>
            </a:r>
            <a:endParaRPr b="1" spc="36">
              <a:solidFill>
                <a:srgbClr val="1A4A5E"/>
              </a:solidFill>
              <a:cs typeface="+mn-lt"/>
            </a:endParaRPr>
          </a:p>
        </p:txBody>
      </p:sp>
      <p:sp>
        <p:nvSpPr>
          <p:cNvPr id="38" name="任意多边形 37"/>
          <p:cNvSpPr/>
          <p:nvPr>
            <p:custDataLst>
              <p:tags r:id="rId33"/>
            </p:custDataLst>
          </p:nvPr>
        </p:nvSpPr>
        <p:spPr>
          <a:xfrm>
            <a:off x="1908175" y="5378450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4"/>
            </p:custDataLst>
          </p:nvPr>
        </p:nvSpPr>
        <p:spPr>
          <a:xfrm>
            <a:off x="746074" y="5506431"/>
            <a:ext cx="325762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D6B7E"/>
                </a:solidFill>
                <a:cs typeface="+mn-lt"/>
              </a:rPr>
              <a:t>审核结果经站内通知送达，</a:t>
            </a:r>
            <a:r>
              <a:rPr lang="zh-CN" sz="1350">
                <a:solidFill>
                  <a:srgbClr val="3D6B7E"/>
                </a:solidFill>
                <a:cs typeface="+mn-lt"/>
              </a:rPr>
              <a:t>成员可以直接在站内查看审核情况</a:t>
            </a:r>
            <a:r>
              <a:rPr sz="1350">
                <a:solidFill>
                  <a:srgbClr val="3D6B7E"/>
                </a:solidFill>
                <a:cs typeface="+mn-lt"/>
              </a:rPr>
              <a:t>。</a:t>
            </a:r>
            <a:endParaRPr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36" name="任意多边形 35"/>
          <p:cNvSpPr/>
          <p:nvPr>
            <p:custDataLst>
              <p:tags r:id="rId35"/>
            </p:custDataLst>
          </p:nvPr>
        </p:nvSpPr>
        <p:spPr>
          <a:xfrm>
            <a:off x="688430" y="4619657"/>
            <a:ext cx="3372305" cy="1901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11" h="30">
                <a:moveTo>
                  <a:pt x="131" y="0"/>
                </a:moveTo>
                <a:lnTo>
                  <a:pt x="5180" y="0"/>
                </a:lnTo>
                <a:cubicBezTo>
                  <a:pt x="5227" y="0"/>
                  <a:pt x="5271" y="11"/>
                  <a:pt x="5311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36"/>
            </p:custDataLst>
          </p:nvPr>
        </p:nvSpPr>
        <p:spPr>
          <a:xfrm>
            <a:off x="4297045" y="4614545"/>
            <a:ext cx="3597275" cy="1857375"/>
          </a:xfrm>
          <a:custGeom>
            <a:avLst/>
            <a:gdLst>
              <a:gd name="sw" fmla="*/ 1 w 5664"/>
              <a:gd name="sh" fmla="*/ 1 h 2925"/>
              <a:gd name="mins" fmla="min sw sh"/>
              <a:gd name="dsw" fmla="+- 0 sw mins"/>
              <a:gd name="dsh" fmla="+- 0 sh mins"/>
              <a:gd name="p0x0" fmla="*/ 300 w 5664"/>
              <a:gd name="p0y0" fmla="*/ 0 h 2925"/>
              <a:gd name="p0x1" fmla="*/ 5364 w 5664"/>
              <a:gd name="p0y1" fmla="*/ 0 h 2925"/>
              <a:gd name="p0x2" fmla="*/ 5530 w 5664"/>
              <a:gd name="p0y2" fmla="*/ 0 h 2925"/>
              <a:gd name="p0x3" fmla="*/ 5664 w 5664"/>
              <a:gd name="p0y3" fmla="*/ 134 h 2925"/>
              <a:gd name="p0x4" fmla="*/ 5664 w 5664"/>
              <a:gd name="p0y4" fmla="*/ 300 h 2925"/>
              <a:gd name="p0x5" fmla="*/ 5664 w 5664"/>
              <a:gd name="p0y5" fmla="*/ 2625 h 2925"/>
              <a:gd name="p0x6" fmla="*/ 5664 w 5664"/>
              <a:gd name="p0y6" fmla="*/ 2790 h 2925"/>
              <a:gd name="p0x7" fmla="*/ 5530 w 5664"/>
              <a:gd name="p0y7" fmla="*/ 2925 h 2925"/>
              <a:gd name="p0x8" fmla="*/ 5364 w 5664"/>
              <a:gd name="p0y8" fmla="*/ 2925 h 2925"/>
              <a:gd name="p0x9" fmla="*/ 300 w 5664"/>
              <a:gd name="p0y9" fmla="*/ 2925 h 2925"/>
              <a:gd name="p0x10" fmla="*/ 134 w 5664"/>
              <a:gd name="p0y10" fmla="*/ 2925 h 2925"/>
              <a:gd name="p0x11" fmla="*/ 0 w 5664"/>
              <a:gd name="p0y11" fmla="*/ 2790 h 2925"/>
              <a:gd name="p0x12" fmla="*/ 0 w 5664"/>
              <a:gd name="p0y12" fmla="*/ 2625 h 2925"/>
              <a:gd name="p0x13" fmla="*/ 0 w 5664"/>
              <a:gd name="p0y13" fmla="*/ 300 h 2925"/>
              <a:gd name="p0x14" fmla="*/ 0 w 5664"/>
              <a:gd name="p0y14" fmla="*/ 134 h 2925"/>
              <a:gd name="p0x15" fmla="*/ 134 w 5664"/>
              <a:gd name="p0y15" fmla="*/ 0 h 2925"/>
              <a:gd name="p0x16" fmla="*/ 300 w 5664"/>
              <a:gd name="p0y16" fmla="*/ 0 h 29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7"/>
            </p:custDataLst>
          </p:nvPr>
        </p:nvSpPr>
        <p:spPr>
          <a:xfrm>
            <a:off x="5515270" y="5001606"/>
            <a:ext cx="1161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36">
                <a:solidFill>
                  <a:srgbClr val="1A4A5E"/>
                </a:solidFill>
                <a:cs typeface="+mn-lt"/>
              </a:rPr>
              <a:t>统计口径</a:t>
            </a:r>
            <a:endParaRPr b="1" spc="36">
              <a:solidFill>
                <a:srgbClr val="1A4A5E"/>
              </a:solidFill>
              <a:cs typeface="+mn-lt"/>
            </a:endParaRPr>
          </a:p>
        </p:txBody>
      </p:sp>
      <p:sp>
        <p:nvSpPr>
          <p:cNvPr id="44" name="任意多边形 43"/>
          <p:cNvSpPr/>
          <p:nvPr>
            <p:custDataLst>
              <p:tags r:id="rId38"/>
            </p:custDataLst>
          </p:nvPr>
        </p:nvSpPr>
        <p:spPr>
          <a:xfrm>
            <a:off x="5629275" y="5378450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39"/>
            </p:custDataLst>
          </p:nvPr>
        </p:nvSpPr>
        <p:spPr>
          <a:xfrm>
            <a:off x="4467073" y="5506431"/>
            <a:ext cx="3257779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D6B7E"/>
                </a:solidFill>
                <a:cs typeface="+mn-lt"/>
              </a:rPr>
              <a:t>时长统计与冲突检测仅计</a:t>
            </a:r>
            <a:r>
              <a:rPr lang="zh-CN" sz="1350">
                <a:solidFill>
                  <a:srgbClr val="3D6B7E"/>
                </a:solidFill>
                <a:cs typeface="+mn-lt"/>
              </a:rPr>
              <a:t>算</a:t>
            </a:r>
            <a:r>
              <a:rPr sz="1350" b="1">
                <a:solidFill>
                  <a:schemeClr val="accent1"/>
                </a:solidFill>
                <a:cs typeface="+mn-lt"/>
              </a:rPr>
              <a:t>「已通过」</a:t>
            </a:r>
            <a:r>
              <a:rPr lang="zh-CN" sz="1350">
                <a:solidFill>
                  <a:srgbClr val="3D6B7E"/>
                </a:solidFill>
                <a:cs typeface="+mn-lt"/>
              </a:rPr>
              <a:t>的任务占</a:t>
            </a:r>
            <a:r>
              <a:rPr sz="1350">
                <a:solidFill>
                  <a:srgbClr val="3D6B7E"/>
                </a:solidFill>
                <a:cs typeface="+mn-lt"/>
              </a:rPr>
              <a:t>用，待审与驳回不参与</a:t>
            </a:r>
            <a:r>
              <a:rPr lang="zh-CN" sz="1350">
                <a:solidFill>
                  <a:srgbClr val="3D6B7E"/>
                </a:solidFill>
                <a:cs typeface="+mn-lt"/>
              </a:rPr>
              <a:t>计算</a:t>
            </a:r>
            <a:r>
              <a:rPr sz="1350">
                <a:solidFill>
                  <a:srgbClr val="3D6B7E"/>
                </a:solidFill>
                <a:cs typeface="+mn-lt"/>
              </a:rPr>
              <a:t>。</a:t>
            </a:r>
            <a:endParaRPr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42" name="任意多边形 41"/>
          <p:cNvSpPr/>
          <p:nvPr>
            <p:custDataLst>
              <p:tags r:id="rId40"/>
            </p:custDataLst>
          </p:nvPr>
        </p:nvSpPr>
        <p:spPr>
          <a:xfrm>
            <a:off x="4408855" y="4619625"/>
            <a:ext cx="3373020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12" h="30">
                <a:moveTo>
                  <a:pt x="131" y="0"/>
                </a:moveTo>
                <a:lnTo>
                  <a:pt x="5181" y="0"/>
                </a:lnTo>
                <a:cubicBezTo>
                  <a:pt x="5228" y="0"/>
                  <a:pt x="5272" y="11"/>
                  <a:pt x="5312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41"/>
            </p:custDataLst>
          </p:nvPr>
        </p:nvSpPr>
        <p:spPr>
          <a:xfrm>
            <a:off x="8018145" y="4614545"/>
            <a:ext cx="3597275" cy="1857375"/>
          </a:xfrm>
          <a:custGeom>
            <a:avLst/>
            <a:gdLst>
              <a:gd name="sw" fmla="*/ 1 w 5664"/>
              <a:gd name="sh" fmla="*/ 1 h 2925"/>
              <a:gd name="mins" fmla="min sw sh"/>
              <a:gd name="dsw" fmla="+- 0 sw mins"/>
              <a:gd name="dsh" fmla="+- 0 sh mins"/>
              <a:gd name="p0x0" fmla="*/ 300 w 5664"/>
              <a:gd name="p0y0" fmla="*/ 0 h 2925"/>
              <a:gd name="p0x1" fmla="*/ 5364 w 5664"/>
              <a:gd name="p0y1" fmla="*/ 0 h 2925"/>
              <a:gd name="p0x2" fmla="*/ 5530 w 5664"/>
              <a:gd name="p0y2" fmla="*/ 0 h 2925"/>
              <a:gd name="p0x3" fmla="*/ 5664 w 5664"/>
              <a:gd name="p0y3" fmla="*/ 134 h 2925"/>
              <a:gd name="p0x4" fmla="*/ 5664 w 5664"/>
              <a:gd name="p0y4" fmla="*/ 300 h 2925"/>
              <a:gd name="p0x5" fmla="*/ 5664 w 5664"/>
              <a:gd name="p0y5" fmla="*/ 2625 h 2925"/>
              <a:gd name="p0x6" fmla="*/ 5664 w 5664"/>
              <a:gd name="p0y6" fmla="*/ 2790 h 2925"/>
              <a:gd name="p0x7" fmla="*/ 5530 w 5664"/>
              <a:gd name="p0y7" fmla="*/ 2925 h 2925"/>
              <a:gd name="p0x8" fmla="*/ 5364 w 5664"/>
              <a:gd name="p0y8" fmla="*/ 2925 h 2925"/>
              <a:gd name="p0x9" fmla="*/ 300 w 5664"/>
              <a:gd name="p0y9" fmla="*/ 2925 h 2925"/>
              <a:gd name="p0x10" fmla="*/ 134 w 5664"/>
              <a:gd name="p0y10" fmla="*/ 2925 h 2925"/>
              <a:gd name="p0x11" fmla="*/ 0 w 5664"/>
              <a:gd name="p0y11" fmla="*/ 2790 h 2925"/>
              <a:gd name="p0x12" fmla="*/ 0 w 5664"/>
              <a:gd name="p0y12" fmla="*/ 2625 h 2925"/>
              <a:gd name="p0x13" fmla="*/ 0 w 5664"/>
              <a:gd name="p0y13" fmla="*/ 300 h 2925"/>
              <a:gd name="p0x14" fmla="*/ 0 w 5664"/>
              <a:gd name="p0y14" fmla="*/ 134 h 2925"/>
              <a:gd name="p0x15" fmla="*/ 134 w 5664"/>
              <a:gd name="p0y15" fmla="*/ 0 h 2925"/>
              <a:gd name="p0x16" fmla="*/ 300 w 5664"/>
              <a:gd name="p0y16" fmla="*/ 0 h 29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42"/>
            </p:custDataLst>
          </p:nvPr>
        </p:nvSpPr>
        <p:spPr>
          <a:xfrm>
            <a:off x="9236345" y="5001606"/>
            <a:ext cx="1161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36">
                <a:solidFill>
                  <a:srgbClr val="1A4A5E"/>
                </a:solidFill>
                <a:cs typeface="+mn-lt"/>
              </a:rPr>
              <a:t>向后兼容</a:t>
            </a:r>
            <a:endParaRPr b="1" spc="36">
              <a:solidFill>
                <a:srgbClr val="1A4A5E"/>
              </a:solidFill>
              <a:cs typeface="+mn-lt"/>
            </a:endParaRPr>
          </a:p>
        </p:txBody>
      </p:sp>
      <p:sp>
        <p:nvSpPr>
          <p:cNvPr id="50" name="任意多边形 49"/>
          <p:cNvSpPr/>
          <p:nvPr>
            <p:custDataLst>
              <p:tags r:id="rId43"/>
            </p:custDataLst>
          </p:nvPr>
        </p:nvSpPr>
        <p:spPr>
          <a:xfrm>
            <a:off x="9350375" y="5378450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44"/>
            </p:custDataLst>
          </p:nvPr>
        </p:nvSpPr>
        <p:spPr>
          <a:xfrm>
            <a:off x="8101330" y="5549900"/>
            <a:ext cx="355727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sz="1350">
                <a:solidFill>
                  <a:srgbClr val="3D6B7E"/>
                </a:solidFill>
                <a:cs typeface="+mn-lt"/>
              </a:rPr>
              <a:t>对于初版网站已完成的代码内容</a:t>
            </a:r>
            <a:r>
              <a:rPr sz="1350">
                <a:solidFill>
                  <a:srgbClr val="3D6B7E"/>
                </a:solidFill>
                <a:cs typeface="+mn-lt"/>
              </a:rPr>
              <a:t>，</a:t>
            </a:r>
            <a:r>
              <a:rPr lang="zh-CN" sz="1350">
                <a:solidFill>
                  <a:srgbClr val="3D6B7E"/>
                </a:solidFill>
                <a:cs typeface="+mn-lt"/>
              </a:rPr>
              <a:t>我们将以此为基础设</a:t>
            </a:r>
            <a:r>
              <a:rPr lang="zh-CN" sz="1350">
                <a:solidFill>
                  <a:srgbClr val="3D6B7E"/>
                </a:solidFill>
                <a:cs typeface="+mn-lt"/>
              </a:rPr>
              <a:t>计资源审查功能，实现</a:t>
            </a:r>
            <a:r>
              <a:rPr sz="1350">
                <a:solidFill>
                  <a:srgbClr val="3D6B7E"/>
                </a:solidFill>
                <a:cs typeface="+mn-lt"/>
              </a:rPr>
              <a:t>平滑迁移。</a:t>
            </a:r>
            <a:endParaRPr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48" name="任意多边形 47"/>
          <p:cNvSpPr/>
          <p:nvPr>
            <p:custDataLst>
              <p:tags r:id="rId45"/>
            </p:custDataLst>
          </p:nvPr>
        </p:nvSpPr>
        <p:spPr>
          <a:xfrm>
            <a:off x="8129955" y="4619625"/>
            <a:ext cx="3373020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12" h="30">
                <a:moveTo>
                  <a:pt x="131" y="0"/>
                </a:moveTo>
                <a:lnTo>
                  <a:pt x="5181" y="0"/>
                </a:lnTo>
                <a:cubicBezTo>
                  <a:pt x="5228" y="0"/>
                  <a:pt x="5272" y="11"/>
                  <a:pt x="5312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8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技术路线</a:t>
            </a:r>
            <a:r>
              <a:rPr lang="en-US" altLang="zh-CN" sz="28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 Ⅰ</a:t>
            </a:r>
            <a:r>
              <a:rPr lang="zh-CN" altLang="en-US" sz="28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：新功能落在哪些技术组件上</a:t>
            </a:r>
            <a:endParaRPr lang="zh-CN" altLang="en-US" sz="2800" b="1">
              <a:solidFill>
                <a:srgbClr val="1A4A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225165" cy="5362575"/>
          </a:xfrm>
          <a:custGeom>
            <a:avLst/>
            <a:gdLst>
              <a:gd name="sw" fmla="*/ 1 w 5079"/>
              <a:gd name="sh" fmla="*/ 1 h 8445"/>
              <a:gd name="mins" fmla="min sw sh"/>
              <a:gd name="dsw" fmla="+- 0 sw mins"/>
              <a:gd name="dsh" fmla="+- 0 sh mins"/>
              <a:gd name="p0x0" fmla="*/ 300 w 5079"/>
              <a:gd name="p0y0" fmla="*/ 0 h 8445"/>
              <a:gd name="p0x1" fmla="*/ 4779 w 5079"/>
              <a:gd name="p0y1" fmla="*/ 0 h 8445"/>
              <a:gd name="p0x2" fmla="*/ 4944 w 5079"/>
              <a:gd name="p0y2" fmla="*/ 0 h 8445"/>
              <a:gd name="p0x3" fmla="*/ 5079 w 5079"/>
              <a:gd name="p0y3" fmla="*/ 134 h 8445"/>
              <a:gd name="p0x4" fmla="*/ 5079 w 5079"/>
              <a:gd name="p0y4" fmla="*/ 300 h 8445"/>
              <a:gd name="p0x5" fmla="*/ 5079 w 5079"/>
              <a:gd name="p0y5" fmla="*/ 8145 h 8445"/>
              <a:gd name="p0x6" fmla="*/ 5079 w 5079"/>
              <a:gd name="p0y6" fmla="*/ 8310 h 8445"/>
              <a:gd name="p0x7" fmla="*/ 4944 w 5079"/>
              <a:gd name="p0y7" fmla="*/ 8445 h 8445"/>
              <a:gd name="p0x8" fmla="*/ 4779 w 5079"/>
              <a:gd name="p0y8" fmla="*/ 8445 h 8445"/>
              <a:gd name="p0x9" fmla="*/ 300 w 5079"/>
              <a:gd name="p0y9" fmla="*/ 8445 h 8445"/>
              <a:gd name="p0x10" fmla="*/ 134 w 5079"/>
              <a:gd name="p0y10" fmla="*/ 8445 h 8445"/>
              <a:gd name="p0x11" fmla="*/ 0 w 5079"/>
              <a:gd name="p0y11" fmla="*/ 8310 h 8445"/>
              <a:gd name="p0x12" fmla="*/ 0 w 5079"/>
              <a:gd name="p0y12" fmla="*/ 8145 h 8445"/>
              <a:gd name="p0x13" fmla="*/ 0 w 5079"/>
              <a:gd name="p0y13" fmla="*/ 300 h 8445"/>
              <a:gd name="p0x14" fmla="*/ 0 w 5079"/>
              <a:gd name="p0y14" fmla="*/ 134 h 8445"/>
              <a:gd name="p0x15" fmla="*/ 134 w 5079"/>
              <a:gd name="p0y15" fmla="*/ 0 h 8445"/>
              <a:gd name="p0x16" fmla="*/ 300 w 507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20732"/>
                <a:lumOff val="79268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71525" y="1288732"/>
            <a:ext cx="283465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A4A5E"/>
                </a:solidFill>
                <a:cs typeface="+mn-lt"/>
              </a:rPr>
              <a:t>功能需求</a:t>
            </a:r>
            <a:endParaRPr sz="2100" b="1" spc="42">
              <a:solidFill>
                <a:srgbClr val="1A4A5E"/>
              </a:solidFill>
              <a:cs typeface="+mn-lt"/>
            </a:endParaRPr>
          </a:p>
        </p:txBody>
      </p:sp>
      <p:pic>
        <p:nvPicPr>
          <p:cNvPr id="7" name="图片 6" descr="f94e2567-b432-11f1-b84b-cea849781c6a"/>
          <p:cNvPicPr/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47" b="47"/>
          <a:stretch>
            <a:fillRect/>
          </a:stretch>
        </p:blipFill>
        <p:spPr>
          <a:xfrm>
            <a:off x="828675" y="2172970"/>
            <a:ext cx="15240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114425" y="2115893"/>
            <a:ext cx="191206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chemeClr val="tx2"/>
                </a:solidFill>
                <a:cs typeface="+mn-lt"/>
              </a:rPr>
              <a:t>站内通知</a:t>
            </a:r>
            <a:r>
              <a:rPr lang="en-US" altLang="zh-CN" sz="1500">
                <a:solidFill>
                  <a:schemeClr val="tx2"/>
                </a:solidFill>
                <a:cs typeface="+mn-lt"/>
              </a:rPr>
              <a:t> / </a:t>
            </a:r>
            <a:r>
              <a:rPr lang="zh-CN" altLang="en-US" sz="1500">
                <a:solidFill>
                  <a:schemeClr val="tx2"/>
                </a:solidFill>
                <a:cs typeface="+mn-lt"/>
              </a:rPr>
              <a:t>团队聊天</a:t>
            </a:r>
            <a:endParaRPr lang="zh-CN" altLang="en-US" sz="1500">
              <a:solidFill>
                <a:schemeClr val="tx2"/>
              </a:solidFill>
              <a:cs typeface="+mn-lt"/>
            </a:endParaRPr>
          </a:p>
        </p:txBody>
      </p:sp>
      <p:pic>
        <p:nvPicPr>
          <p:cNvPr id="11" name="图片 10" descr="f94e25dd-b432-11f1-b84b-cea849781c6a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-89" b="89"/>
          <a:stretch>
            <a:fillRect/>
          </a:stretch>
        </p:blipFill>
        <p:spPr>
          <a:xfrm>
            <a:off x="828675" y="2879090"/>
            <a:ext cx="15240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1114425" y="2822077"/>
            <a:ext cx="210256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chemeClr val="tx2"/>
                </a:solidFill>
                <a:cs typeface="+mn-lt"/>
              </a:rPr>
              <a:t>权限模型</a:t>
            </a:r>
            <a:r>
              <a:rPr lang="en-US" altLang="zh-CN" sz="1500">
                <a:solidFill>
                  <a:schemeClr val="tx2"/>
                </a:solidFill>
                <a:cs typeface="+mn-lt"/>
              </a:rPr>
              <a:t> / </a:t>
            </a:r>
            <a:r>
              <a:rPr lang="zh-CN" altLang="en-US" sz="1500">
                <a:solidFill>
                  <a:schemeClr val="tx2"/>
                </a:solidFill>
                <a:cs typeface="+mn-lt"/>
              </a:rPr>
              <a:t>任务可见级</a:t>
            </a:r>
            <a:endParaRPr lang="zh-CN" altLang="en-US" sz="1500">
              <a:solidFill>
                <a:schemeClr val="tx2"/>
              </a:solidFill>
              <a:cs typeface="+mn-lt"/>
            </a:endParaRPr>
          </a:p>
        </p:txBody>
      </p:sp>
      <p:pic>
        <p:nvPicPr>
          <p:cNvPr id="15" name="图片 14" descr="f94e2623-b432-11f1-b84b-cea849781c6a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-137" b="137"/>
          <a:stretch>
            <a:fillRect/>
          </a:stretch>
        </p:blipFill>
        <p:spPr>
          <a:xfrm>
            <a:off x="828675" y="3585210"/>
            <a:ext cx="152400" cy="1524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1114425" y="3528270"/>
            <a:ext cx="172156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chemeClr val="tx2"/>
                </a:solidFill>
                <a:cs typeface="+mn-lt"/>
              </a:rPr>
              <a:t>任务详情页</a:t>
            </a:r>
            <a:r>
              <a:rPr lang="en-US" altLang="zh-CN" sz="1500">
                <a:solidFill>
                  <a:schemeClr val="tx2"/>
                </a:solidFill>
                <a:cs typeface="+mn-lt"/>
              </a:rPr>
              <a:t> / </a:t>
            </a:r>
            <a:r>
              <a:rPr lang="zh-CN" altLang="en-US" sz="1500">
                <a:solidFill>
                  <a:schemeClr val="tx2"/>
                </a:solidFill>
                <a:cs typeface="+mn-lt"/>
              </a:rPr>
              <a:t>评论</a:t>
            </a:r>
            <a:endParaRPr lang="zh-CN" altLang="en-US" sz="1500">
              <a:solidFill>
                <a:schemeClr val="tx2"/>
              </a:solidFill>
              <a:cs typeface="+mn-lt"/>
            </a:endParaRPr>
          </a:p>
        </p:txBody>
      </p:sp>
      <p:pic>
        <p:nvPicPr>
          <p:cNvPr id="19" name="图片 18" descr="f94e26d5-b432-11f1-b84b-cea849781c6a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-185" b="185"/>
          <a:stretch>
            <a:fillRect/>
          </a:stretch>
        </p:blipFill>
        <p:spPr>
          <a:xfrm>
            <a:off x="828675" y="4291330"/>
            <a:ext cx="152400" cy="1524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1114425" y="4234462"/>
            <a:ext cx="172156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chemeClr val="tx2"/>
                </a:solidFill>
                <a:cs typeface="+mn-lt"/>
              </a:rPr>
              <a:t>子任务</a:t>
            </a:r>
            <a:r>
              <a:rPr lang="en-US" altLang="zh-CN" sz="1500">
                <a:solidFill>
                  <a:schemeClr val="tx2"/>
                </a:solidFill>
                <a:cs typeface="+mn-lt"/>
              </a:rPr>
              <a:t> / </a:t>
            </a:r>
            <a:r>
              <a:rPr lang="zh-CN" altLang="en-US" sz="1500">
                <a:solidFill>
                  <a:schemeClr val="tx2"/>
                </a:solidFill>
                <a:cs typeface="+mn-lt"/>
              </a:rPr>
              <a:t>进度汇总</a:t>
            </a:r>
            <a:endParaRPr lang="zh-CN" altLang="en-US" sz="1500">
              <a:solidFill>
                <a:schemeClr val="tx2"/>
              </a:solidFill>
              <a:cs typeface="+mn-lt"/>
            </a:endParaRPr>
          </a:p>
        </p:txBody>
      </p:sp>
      <p:pic>
        <p:nvPicPr>
          <p:cNvPr id="23" name="图片 22" descr="f94e2753-b432-11f1-b84b-cea849781c6a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t="-227" b="227"/>
          <a:stretch>
            <a:fillRect/>
          </a:stretch>
        </p:blipFill>
        <p:spPr>
          <a:xfrm>
            <a:off x="828675" y="4997450"/>
            <a:ext cx="15240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1114425" y="4940646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/>
                </a:solidFill>
                <a:cs typeface="+mn-lt"/>
              </a:rPr>
              <a:t>资源审核</a:t>
            </a:r>
            <a:endParaRPr sz="1500">
              <a:solidFill>
                <a:schemeClr val="tx2"/>
              </a:solidFill>
              <a:cs typeface="+mn-lt"/>
            </a:endParaRPr>
          </a:p>
        </p:txBody>
      </p:sp>
      <p:pic>
        <p:nvPicPr>
          <p:cNvPr id="27" name="图片 26" descr="f94e27b5-b432-11f1-b84b-cea849781c6a"/>
          <p:cNvPicPr/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t="-275" b="275"/>
          <a:stretch>
            <a:fillRect/>
          </a:stretch>
        </p:blipFill>
        <p:spPr>
          <a:xfrm>
            <a:off x="828675" y="5703570"/>
            <a:ext cx="152400" cy="1524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1114425" y="5646839"/>
            <a:ext cx="15779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>
                <a:solidFill>
                  <a:schemeClr val="tx2"/>
                </a:solidFill>
                <a:cs typeface="+mn-lt"/>
              </a:rPr>
              <a:t>AI </a:t>
            </a:r>
            <a:r>
              <a:rPr lang="zh-CN" sz="1500">
                <a:solidFill>
                  <a:schemeClr val="tx2"/>
                </a:solidFill>
                <a:cs typeface="+mn-lt"/>
              </a:rPr>
              <a:t>助手会话隔离</a:t>
            </a:r>
            <a:endParaRPr lang="zh-CN"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5" name="任意多边形 4"/>
          <p:cNvSpPr/>
          <p:nvPr>
            <p:custDataLst>
              <p:tags r:id="rId28"/>
            </p:custDataLst>
          </p:nvPr>
        </p:nvSpPr>
        <p:spPr>
          <a:xfrm>
            <a:off x="688390" y="1114426"/>
            <a:ext cx="3000910" cy="1904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26" h="30">
                <a:moveTo>
                  <a:pt x="131" y="0"/>
                </a:moveTo>
                <a:lnTo>
                  <a:pt x="4595" y="0"/>
                </a:lnTo>
                <a:cubicBezTo>
                  <a:pt x="4642" y="0"/>
                  <a:pt x="4686" y="11"/>
                  <a:pt x="4726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29"/>
            </p:custDataLst>
          </p:nvPr>
        </p:nvSpPr>
        <p:spPr>
          <a:xfrm>
            <a:off x="4077335" y="1109345"/>
            <a:ext cx="7538085" cy="5362575"/>
          </a:xfrm>
          <a:custGeom>
            <a:avLst/>
            <a:gdLst>
              <a:gd name="sw" fmla="*/ 1 w 11870"/>
              <a:gd name="sh" fmla="*/ 1 h 8445"/>
              <a:gd name="mins" fmla="min sw sh"/>
              <a:gd name="dsw" fmla="+- 0 sw mins"/>
              <a:gd name="dsh" fmla="+- 0 sh mins"/>
              <a:gd name="p0x0" fmla="*/ 300 w 11870"/>
              <a:gd name="p0y0" fmla="*/ 0 h 8445"/>
              <a:gd name="p0x1" fmla="*/ 11570 w 11870"/>
              <a:gd name="p0y1" fmla="*/ 0 h 8445"/>
              <a:gd name="p0x2" fmla="*/ 11736 w 11870"/>
              <a:gd name="p0y2" fmla="*/ 0 h 8445"/>
              <a:gd name="p0x3" fmla="*/ 11870 w 11870"/>
              <a:gd name="p0y3" fmla="*/ 134 h 8445"/>
              <a:gd name="p0x4" fmla="*/ 11870 w 11870"/>
              <a:gd name="p0y4" fmla="*/ 300 h 8445"/>
              <a:gd name="p0x5" fmla="*/ 11870 w 11870"/>
              <a:gd name="p0y5" fmla="*/ 8145 h 8445"/>
              <a:gd name="p0x6" fmla="*/ 11870 w 11870"/>
              <a:gd name="p0y6" fmla="*/ 8310 h 8445"/>
              <a:gd name="p0x7" fmla="*/ 11736 w 11870"/>
              <a:gd name="p0y7" fmla="*/ 8445 h 8445"/>
              <a:gd name="p0x8" fmla="*/ 11570 w 11870"/>
              <a:gd name="p0y8" fmla="*/ 8445 h 8445"/>
              <a:gd name="p0x9" fmla="*/ 300 w 11870"/>
              <a:gd name="p0y9" fmla="*/ 8445 h 8445"/>
              <a:gd name="p0x10" fmla="*/ 134 w 11870"/>
              <a:gd name="p0y10" fmla="*/ 8445 h 8445"/>
              <a:gd name="p0x11" fmla="*/ 0 w 11870"/>
              <a:gd name="p0y11" fmla="*/ 8310 h 8445"/>
              <a:gd name="p0x12" fmla="*/ 0 w 11870"/>
              <a:gd name="p0y12" fmla="*/ 8145 h 8445"/>
              <a:gd name="p0x13" fmla="*/ 0 w 11870"/>
              <a:gd name="p0y13" fmla="*/ 300 h 8445"/>
              <a:gd name="p0x14" fmla="*/ 0 w 11870"/>
              <a:gd name="p0y14" fmla="*/ 134 h 8445"/>
              <a:gd name="p0x15" fmla="*/ 134 w 11870"/>
              <a:gd name="p0y15" fmla="*/ 0 h 8445"/>
              <a:gd name="p0x16" fmla="*/ 300 w 118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20732"/>
                <a:lumOff val="79268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0"/>
            </p:custDataLst>
          </p:nvPr>
        </p:nvSpPr>
        <p:spPr>
          <a:xfrm>
            <a:off x="4272934" y="1288732"/>
            <a:ext cx="714754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1A4A5E"/>
                </a:solidFill>
                <a:cs typeface="+mn-lt"/>
              </a:rPr>
              <a:t>技术组件（沿用</a:t>
            </a:r>
            <a:r>
              <a:rPr lang="en-US" altLang="zh-CN" sz="2100" b="1" spc="42">
                <a:solidFill>
                  <a:srgbClr val="1A4A5E"/>
                </a:solidFill>
                <a:cs typeface="+mn-lt"/>
              </a:rPr>
              <a:t> v1 </a:t>
            </a:r>
            <a:r>
              <a:rPr lang="zh-CN" altLang="en-US" sz="2100" b="1" spc="42">
                <a:solidFill>
                  <a:srgbClr val="1A4A5E"/>
                </a:solidFill>
                <a:cs typeface="+mn-lt"/>
              </a:rPr>
              <a:t>技术栈，增量开发）</a:t>
            </a:r>
            <a:endParaRPr lang="zh-CN" altLang="en-US" sz="2100" b="1" spc="42">
              <a:solidFill>
                <a:srgbClr val="1A4A5E"/>
              </a:solidFill>
              <a:cs typeface="+mn-lt"/>
            </a:endParaRPr>
          </a:p>
        </p:txBody>
      </p:sp>
      <p:graphicFrame>
        <p:nvGraphicFramePr>
          <p:cNvPr id="35" name="表格 34"/>
          <p:cNvGraphicFramePr/>
          <p:nvPr>
            <p:custDataLst>
              <p:tags r:id="rId31"/>
            </p:custDataLst>
          </p:nvPr>
        </p:nvGraphicFramePr>
        <p:xfrm>
          <a:off x="4272915" y="1752600"/>
          <a:ext cx="7147539" cy="452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5395"/>
                <a:gridCol w="2716034"/>
                <a:gridCol w="2716110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chemeClr val="tx2"/>
                          </a:solidFill>
                          <a:cs typeface="+mn-lt"/>
                        </a:rPr>
                        <a:t>功能需求</a:t>
                      </a:r>
                      <a:endParaRPr sz="18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013"/>
                        <a:lumOff val="9298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800" b="1">
                          <a:solidFill>
                            <a:schemeClr val="tx2"/>
                          </a:solidFill>
                          <a:cs typeface="+mn-lt"/>
                        </a:rPr>
                        <a:t>组件</a:t>
                      </a:r>
                      <a:r>
                        <a:rPr lang="en-US" altLang="zh-CN" sz="1800" b="1">
                          <a:solidFill>
                            <a:schemeClr val="tx2"/>
                          </a:solidFill>
                          <a:cs typeface="+mn-lt"/>
                        </a:rPr>
                        <a:t>1</a:t>
                      </a:r>
                      <a:endParaRPr lang="en-US" altLang="zh-CN" sz="18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013"/>
                        <a:lumOff val="9298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800" b="1">
                          <a:solidFill>
                            <a:schemeClr val="tx2"/>
                          </a:solidFill>
                          <a:cs typeface="+mn-lt"/>
                        </a:rPr>
                        <a:t>组件</a:t>
                      </a:r>
                      <a:r>
                        <a:rPr lang="en-US" altLang="zh-CN" sz="1800" b="1">
                          <a:solidFill>
                            <a:schemeClr val="tx2"/>
                          </a:solidFill>
                          <a:cs typeface="+mn-lt"/>
                        </a:rPr>
                        <a:t>2</a:t>
                      </a:r>
                      <a:endParaRPr lang="en-US" altLang="zh-CN" sz="18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013"/>
                        <a:lumOff val="92987"/>
                      </a:schemeClr>
                    </a:solidFill>
                  </a:tcPr>
                </a:tc>
              </a:tr>
              <a:tr h="764158"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站内通知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/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团队聊天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notifications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表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+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未读状态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SSE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推送（通知）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· WebSocket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（聊天）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764158"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权限模型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/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任务可见级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统一权限判定层（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RBAC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）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可见级过滤下推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SQL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查询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4158"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任务详情页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/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评论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chemeClr val="tx2"/>
                          </a:solidFill>
                          <a:cs typeface="+mn-lt"/>
                        </a:rPr>
                        <a:t>Server Actions + </a:t>
                      </a:r>
                      <a:r>
                        <a:rPr lang="zh-CN" sz="1500" b="0">
                          <a:solidFill>
                            <a:schemeClr val="tx2"/>
                          </a:solidFill>
                          <a:cs typeface="+mn-lt"/>
                        </a:rPr>
                        <a:t>乐观更新</a:t>
                      </a:r>
                      <a:endParaRPr lang="zh-CN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task_comments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表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+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活动流表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764158"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子任务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/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进度汇总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聚合查询（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COUNT + GROUP BY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）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chemeClr val="tx2"/>
                          </a:solidFill>
                          <a:cs typeface="+mn-lt"/>
                        </a:rPr>
                        <a:t>parent_task_id </a:t>
                      </a:r>
                      <a:r>
                        <a:rPr lang="zh-CN" sz="1500" b="0">
                          <a:solidFill>
                            <a:schemeClr val="tx2"/>
                          </a:solidFill>
                          <a:cs typeface="+mn-lt"/>
                        </a:rPr>
                        <a:t>自引用（已有）</a:t>
                      </a:r>
                      <a:endParaRPr lang="zh-CN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686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资源审核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状态机字段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+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审批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Action</a:t>
                      </a:r>
                      <a:endParaRPr lang="en-US" altLang="zh-CN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复用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cron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定时提醒通道</a:t>
                      </a:r>
                      <a:endParaRPr lang="zh-CN" altLang="en-US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474910"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chemeClr val="tx2"/>
                          </a:solidFill>
                          <a:cs typeface="+mn-lt"/>
                        </a:rPr>
                        <a:t>AI </a:t>
                      </a:r>
                      <a:r>
                        <a:rPr lang="zh-CN" sz="1500" b="0">
                          <a:solidFill>
                            <a:schemeClr val="tx2"/>
                          </a:solidFill>
                          <a:cs typeface="+mn-lt"/>
                        </a:rPr>
                        <a:t>助手会话隔离</a:t>
                      </a:r>
                      <a:endParaRPr lang="zh-CN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chemeClr val="tx2"/>
                          </a:solidFill>
                          <a:cs typeface="+mn-lt"/>
                        </a:rPr>
                        <a:t>conversations </a:t>
                      </a:r>
                      <a:r>
                        <a:rPr lang="zh-CN" sz="1500" b="0">
                          <a:solidFill>
                            <a:schemeClr val="tx2"/>
                          </a:solidFill>
                          <a:cs typeface="+mn-lt"/>
                        </a:rPr>
                        <a:t>复合索引</a:t>
                      </a:r>
                      <a:endParaRPr lang="zh-CN"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(project_id, user_id)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任意多边形 32"/>
          <p:cNvSpPr/>
          <p:nvPr>
            <p:custDataLst>
              <p:tags r:id="rId32"/>
            </p:custDataLst>
          </p:nvPr>
        </p:nvSpPr>
        <p:spPr>
          <a:xfrm>
            <a:off x="4189779" y="1114425"/>
            <a:ext cx="7313832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18" h="30">
                <a:moveTo>
                  <a:pt x="131" y="0"/>
                </a:moveTo>
                <a:lnTo>
                  <a:pt x="11387" y="0"/>
                </a:lnTo>
                <a:cubicBezTo>
                  <a:pt x="11434" y="0"/>
                  <a:pt x="11478" y="11"/>
                  <a:pt x="11518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63855"/>
            <a:ext cx="11125200" cy="3486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28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技术路线</a:t>
            </a:r>
            <a:r>
              <a:rPr lang="en-US" altLang="zh-CN" sz="28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 Ⅱ</a:t>
            </a:r>
            <a:r>
              <a:rPr lang="zh-CN" altLang="en-US" sz="28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：三个新问题的选型与验证</a:t>
            </a:r>
            <a:endParaRPr lang="zh-CN" altLang="en-US" sz="2800" b="1">
              <a:solidFill>
                <a:srgbClr val="1A4A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310" y="878205"/>
            <a:ext cx="5401945" cy="2639695"/>
          </a:xfrm>
          <a:custGeom>
            <a:avLst/>
            <a:gdLst>
              <a:gd name="sw" fmla="*/ 1 w 9822"/>
              <a:gd name="sh" fmla="*/ 1 h 4800"/>
              <a:gd name="mins" fmla="min sw sh"/>
              <a:gd name="dsw" fmla="+- 0 sw mins"/>
              <a:gd name="dsh" fmla="+- 0 sh mins"/>
              <a:gd name="p0x0" fmla="*/ 300 w 9822"/>
              <a:gd name="p0y0" fmla="*/ 0 h 4800"/>
              <a:gd name="p0x1" fmla="*/ 9522 w 9822"/>
              <a:gd name="p0y1" fmla="*/ 0 h 4800"/>
              <a:gd name="p0x2" fmla="*/ 9688 w 9822"/>
              <a:gd name="p0y2" fmla="*/ 0 h 4800"/>
              <a:gd name="p0x3" fmla="*/ 9822 w 9822"/>
              <a:gd name="p0y3" fmla="*/ 134 h 4800"/>
              <a:gd name="p0x4" fmla="*/ 9822 w 9822"/>
              <a:gd name="p0y4" fmla="*/ 300 h 4800"/>
              <a:gd name="p0x5" fmla="*/ 9822 w 9822"/>
              <a:gd name="p0y5" fmla="*/ 4500 h 4800"/>
              <a:gd name="p0x6" fmla="*/ 9822 w 9822"/>
              <a:gd name="p0y6" fmla="*/ 4665 h 4800"/>
              <a:gd name="p0x7" fmla="*/ 9688 w 9822"/>
              <a:gd name="p0y7" fmla="*/ 4800 h 4800"/>
              <a:gd name="p0x8" fmla="*/ 9522 w 9822"/>
              <a:gd name="p0y8" fmla="*/ 4800 h 4800"/>
              <a:gd name="p0x9" fmla="*/ 300 w 9822"/>
              <a:gd name="p0y9" fmla="*/ 4800 h 4800"/>
              <a:gd name="p0x10" fmla="*/ 134 w 9822"/>
              <a:gd name="p0y10" fmla="*/ 4800 h 4800"/>
              <a:gd name="p0x11" fmla="*/ 0 w 9822"/>
              <a:gd name="p0y11" fmla="*/ 4665 h 4800"/>
              <a:gd name="p0x12" fmla="*/ 0 w 9822"/>
              <a:gd name="p0y12" fmla="*/ 4500 h 4800"/>
              <a:gd name="p0x13" fmla="*/ 0 w 9822"/>
              <a:gd name="p0y13" fmla="*/ 300 h 4800"/>
              <a:gd name="p0x14" fmla="*/ 0 w 9822"/>
              <a:gd name="p0y14" fmla="*/ 134 h 4800"/>
              <a:gd name="p0x15" fmla="*/ 134 w 9822"/>
              <a:gd name="p0y15" fmla="*/ 0 h 4800"/>
              <a:gd name="p0x16" fmla="*/ 300 w 9822"/>
              <a:gd name="p0y16" fmla="*/ 0 h 48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8249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44855" y="1014730"/>
            <a:ext cx="5063490" cy="2432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425" b="1">
                <a:solidFill>
                  <a:schemeClr val="tx2"/>
                </a:solidFill>
                <a:cs typeface="+mn-lt"/>
              </a:rPr>
              <a:t>实时推送：通知与聊天分别怎么传</a:t>
            </a:r>
            <a:endParaRPr sz="1425" b="1">
              <a:solidFill>
                <a:schemeClr val="tx2"/>
              </a:solidFill>
              <a:cs typeface="+mn-lt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753110" y="1290320"/>
          <a:ext cx="5055870" cy="1928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290"/>
                <a:gridCol w="1685290"/>
                <a:gridCol w="1685290"/>
              </a:tblGrid>
              <a:tr h="361315">
                <a:tc>
                  <a:txBody>
                    <a:bodyPr wrap="square"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cs typeface="+mn-lt"/>
                        </a:rPr>
                        <a:t>方案</a:t>
                      </a:r>
                      <a:endParaRPr sz="1425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66040" marR="66040" marT="49530" marB="49530" anchor="ctr">
                    <a:lnL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cs typeface="+mn-lt"/>
                        </a:rPr>
                        <a:t>特点</a:t>
                      </a:r>
                      <a:endParaRPr sz="1425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66040" marR="66040" marT="49530" marB="49530" anchor="ctr">
                    <a:lnL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cs typeface="+mn-lt"/>
                        </a:rPr>
                        <a:t>结论</a:t>
                      </a:r>
                      <a:endParaRPr sz="1425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66040" marR="66040" marT="49530" marB="49530" anchor="ctr">
                    <a:lnL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01980">
                <a:tc>
                  <a:txBody>
                    <a:bodyPr wrap="square"/>
                    <a:p>
                      <a:pPr algn="l"/>
                      <a:r>
                        <a:rPr sz="1035" b="1">
                          <a:solidFill>
                            <a:srgbClr val="1A4A5E"/>
                          </a:solidFill>
                          <a:cs typeface="+mn-lt"/>
                        </a:rPr>
                        <a:t>轮询</a:t>
                      </a:r>
                      <a:endParaRPr sz="1035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66040" marR="66040" marT="49530" marB="49530" anchor="ctr">
                    <a:lnL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165" b="0">
                          <a:solidFill>
                            <a:srgbClr val="1A4A5E"/>
                          </a:solidFill>
                          <a:cs typeface="+mn-lt"/>
                        </a:rPr>
                        <a:t>实现最简单，延迟高、空请求多</a:t>
                      </a:r>
                      <a:endParaRPr sz="1165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66040" marR="66040" marT="49530" marB="49530" anchor="ctr">
                    <a:lnL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165" b="0">
                          <a:solidFill>
                            <a:srgbClr val="1A4A5E"/>
                          </a:solidFill>
                          <a:cs typeface="+mn-lt"/>
                        </a:rPr>
                        <a:t>弃用</a:t>
                      </a:r>
                      <a:endParaRPr sz="1165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66040" marR="66040" marT="49530" marB="49530" anchor="ctr">
                    <a:lnL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601980">
                <a:tc>
                  <a:txBody>
                    <a:bodyPr wrap="square"/>
                    <a:p>
                      <a:pPr algn="l"/>
                      <a:r>
                        <a:rPr lang="en-US" sz="1035" b="1">
                          <a:solidFill>
                            <a:srgbClr val="1A4A5E"/>
                          </a:solidFill>
                          <a:cs typeface="+mn-lt"/>
                        </a:rPr>
                        <a:t>SSE </a:t>
                      </a:r>
                      <a:r>
                        <a:rPr lang="zh-CN" sz="1035" b="1">
                          <a:solidFill>
                            <a:srgbClr val="1A4A5E"/>
                          </a:solidFill>
                          <a:cs typeface="+mn-lt"/>
                        </a:rPr>
                        <a:t>单向推送</a:t>
                      </a:r>
                      <a:endParaRPr lang="zh-CN" sz="1035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66040" marR="66040" marT="49530" marB="49530" anchor="ctr">
                    <a:lnL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165" b="0">
                          <a:solidFill>
                            <a:srgbClr val="1A4A5E"/>
                          </a:solidFill>
                          <a:cs typeface="+mn-lt"/>
                        </a:rPr>
                        <a:t>服务器</a:t>
                      </a:r>
                      <a:r>
                        <a:rPr lang="en-US" altLang="zh-CN" sz="1165" b="0">
                          <a:solidFill>
                            <a:srgbClr val="1A4A5E"/>
                          </a:solidFill>
                          <a:cs typeface="+mn-lt"/>
                        </a:rPr>
                        <a:t>→</a:t>
                      </a:r>
                      <a:r>
                        <a:rPr lang="zh-CN" altLang="en-US" sz="1165" b="0">
                          <a:solidFill>
                            <a:srgbClr val="1A4A5E"/>
                          </a:solidFill>
                          <a:cs typeface="+mn-lt"/>
                        </a:rPr>
                        <a:t>浏览器，天然适配通知流</a:t>
                      </a:r>
                      <a:endParaRPr lang="zh-CN" altLang="en-US" sz="1165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66040" marR="66040" marT="49530" marB="49530" anchor="ctr">
                    <a:lnL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165" b="0">
                          <a:solidFill>
                            <a:srgbClr val="1A4A5E"/>
                          </a:solidFill>
                          <a:cs typeface="+mn-lt"/>
                        </a:rPr>
                        <a:t>通知用</a:t>
                      </a:r>
                      <a:endParaRPr sz="1165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66040" marR="66040" marT="49530" marB="49530" anchor="ctr">
                    <a:lnL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363220">
                <a:tc>
                  <a:txBody>
                    <a:bodyPr wrap="square"/>
                    <a:p>
                      <a:pPr algn="l"/>
                      <a:r>
                        <a:rPr lang="en-US" sz="1035" b="1">
                          <a:solidFill>
                            <a:srgbClr val="1A4A5E"/>
                          </a:solidFill>
                          <a:cs typeface="+mn-lt"/>
                        </a:rPr>
                        <a:t>WebSocket </a:t>
                      </a:r>
                      <a:r>
                        <a:rPr lang="zh-CN" sz="1035" b="1">
                          <a:solidFill>
                            <a:srgbClr val="1A4A5E"/>
                          </a:solidFill>
                          <a:cs typeface="+mn-lt"/>
                        </a:rPr>
                        <a:t>双向</a:t>
                      </a:r>
                      <a:endParaRPr lang="zh-CN" sz="1035" b="1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66040" marR="66040" marT="49530" marB="49530" anchor="ctr">
                    <a:lnL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165" b="0">
                          <a:solidFill>
                            <a:srgbClr val="1A4A5E"/>
                          </a:solidFill>
                          <a:cs typeface="+mn-lt"/>
                        </a:rPr>
                        <a:t>全双工实时，实现较重</a:t>
                      </a:r>
                      <a:endParaRPr sz="1165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66040" marR="66040" marT="49530" marB="49530" anchor="ctr">
                    <a:lnL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165" b="0">
                          <a:solidFill>
                            <a:srgbClr val="1A4A5E"/>
                          </a:solidFill>
                          <a:cs typeface="+mn-lt"/>
                        </a:rPr>
                        <a:t>聊天用</a:t>
                      </a:r>
                      <a:endParaRPr sz="1165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66040" marR="66040" marT="49530" marB="49530" anchor="ctr">
                    <a:lnL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8249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44855" y="3237865"/>
            <a:ext cx="5063490" cy="147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en-US" altLang="en-US" sz="775">
                <a:solidFill>
                  <a:schemeClr val="tx2"/>
                </a:solidFill>
                <a:cs typeface="+mn-lt"/>
              </a:rPr>
              <a:t>SSE / WebSocket </a:t>
            </a:r>
            <a:r>
              <a:rPr lang="zh-CN" altLang="en-US" sz="775">
                <a:solidFill>
                  <a:schemeClr val="tx2"/>
                </a:solidFill>
                <a:cs typeface="+mn-lt"/>
              </a:rPr>
              <a:t>均为</a:t>
            </a:r>
            <a:r>
              <a:rPr lang="en-US" altLang="zh-CN" sz="775">
                <a:solidFill>
                  <a:schemeClr val="tx2"/>
                </a:solidFill>
                <a:cs typeface="+mn-lt"/>
              </a:rPr>
              <a:t> Next.js Route Handlers </a:t>
            </a:r>
            <a:r>
              <a:rPr lang="zh-CN" altLang="en-US" sz="775">
                <a:solidFill>
                  <a:schemeClr val="tx2"/>
                </a:solidFill>
                <a:cs typeface="+mn-lt"/>
              </a:rPr>
              <a:t>原生支持，无需引入额外服务</a:t>
            </a:r>
            <a:endParaRPr lang="zh-CN" altLang="en-US" sz="775">
              <a:solidFill>
                <a:schemeClr val="tx2"/>
              </a:solidFill>
              <a:cs typeface="+mn-lt"/>
            </a:endParaRPr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672735" y="882033"/>
            <a:ext cx="5207096" cy="1649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200" h="26">
                <a:moveTo>
                  <a:pt x="113" y="0"/>
                </a:moveTo>
                <a:lnTo>
                  <a:pt x="8087" y="0"/>
                </a:lnTo>
                <a:cubicBezTo>
                  <a:pt x="8127" y="0"/>
                  <a:pt x="8166" y="9"/>
                  <a:pt x="8200" y="26"/>
                </a:cubicBezTo>
                <a:lnTo>
                  <a:pt x="0" y="26"/>
                </a:lnTo>
                <a:cubicBezTo>
                  <a:pt x="34" y="9"/>
                  <a:pt x="73" y="0"/>
                  <a:pt x="11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214745" y="878840"/>
            <a:ext cx="5400675" cy="2639060"/>
          </a:xfrm>
          <a:custGeom>
            <a:avLst/>
            <a:gdLst>
              <a:gd name="sw" fmla="*/ 1 w 8505"/>
              <a:gd name="sh" fmla="*/ 1 h 4156"/>
              <a:gd name="mins" fmla="min sw sh"/>
              <a:gd name="dsw" fmla="+- 0 sw mins"/>
              <a:gd name="dsh" fmla="+- 0 sh mins"/>
              <a:gd name="p0x0" fmla="*/ 300 w 8505"/>
              <a:gd name="p0y0" fmla="*/ 0 h 4156"/>
              <a:gd name="p0x1" fmla="*/ 8205 w 8505"/>
              <a:gd name="p0y1" fmla="*/ 0 h 4156"/>
              <a:gd name="p0x2" fmla="*/ 8370 w 8505"/>
              <a:gd name="p0y2" fmla="*/ 0 h 4156"/>
              <a:gd name="p0x3" fmla="*/ 8505 w 8505"/>
              <a:gd name="p0y3" fmla="*/ 134 h 4156"/>
              <a:gd name="p0x4" fmla="*/ 8505 w 8505"/>
              <a:gd name="p0y4" fmla="*/ 300 h 4156"/>
              <a:gd name="p0x5" fmla="*/ 8505 w 8505"/>
              <a:gd name="p0y5" fmla="*/ 3856 h 4156"/>
              <a:gd name="p0x6" fmla="*/ 8505 w 8505"/>
              <a:gd name="p0y6" fmla="*/ 4022 h 4156"/>
              <a:gd name="p0x7" fmla="*/ 8370 w 8505"/>
              <a:gd name="p0y7" fmla="*/ 4156 h 4156"/>
              <a:gd name="p0x8" fmla="*/ 8205 w 8505"/>
              <a:gd name="p0y8" fmla="*/ 4156 h 4156"/>
              <a:gd name="p0x9" fmla="*/ 300 w 8505"/>
              <a:gd name="p0y9" fmla="*/ 4156 h 4156"/>
              <a:gd name="p0x10" fmla="*/ 134 w 8505"/>
              <a:gd name="p0y10" fmla="*/ 4156 h 4156"/>
              <a:gd name="p0x11" fmla="*/ 0 w 8505"/>
              <a:gd name="p0y11" fmla="*/ 4022 h 4156"/>
              <a:gd name="p0x12" fmla="*/ 0 w 8505"/>
              <a:gd name="p0y12" fmla="*/ 3856 h 4156"/>
              <a:gd name="p0x13" fmla="*/ 0 w 8505"/>
              <a:gd name="p0y13" fmla="*/ 300 h 4156"/>
              <a:gd name="p0x14" fmla="*/ 0 w 8505"/>
              <a:gd name="p0y14" fmla="*/ 134 h 4156"/>
              <a:gd name="p0x15" fmla="*/ 134 w 8505"/>
              <a:gd name="p0y15" fmla="*/ 0 h 4156"/>
              <a:gd name="p0x16" fmla="*/ 300 w 8505"/>
              <a:gd name="p0y16" fmla="*/ 0 h 415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6410325" y="1036291"/>
            <a:ext cx="5010150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650" b="1">
                <a:solidFill>
                  <a:schemeClr val="tx2"/>
                </a:solidFill>
                <a:cs typeface="+mn-lt"/>
              </a:rPr>
              <a:t>权限收敛：十几处散点校验</a:t>
            </a:r>
            <a:r>
              <a:rPr lang="en-US" altLang="zh-CN" sz="1650" b="1">
                <a:solidFill>
                  <a:schemeClr val="tx2"/>
                </a:solidFill>
                <a:cs typeface="+mn-lt"/>
              </a:rPr>
              <a:t> → </a:t>
            </a:r>
            <a:r>
              <a:rPr lang="zh-CN" altLang="en-US" sz="1650" b="1">
                <a:solidFill>
                  <a:schemeClr val="tx2"/>
                </a:solidFill>
                <a:cs typeface="+mn-lt"/>
              </a:rPr>
              <a:t>一个入口</a:t>
            </a:r>
            <a:endParaRPr lang="zh-CN" altLang="en-US" sz="16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6734175" y="1381096"/>
            <a:ext cx="3287763" cy="2628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350">
                <a:solidFill>
                  <a:schemeClr val="tx2"/>
                </a:solidFill>
                <a:cs typeface="+mn-lt"/>
              </a:rPr>
              <a:t>所有写操作（页面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/ AI / 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外部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Agent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）</a:t>
            </a:r>
            <a:endParaRPr lang="zh-CN" altLang="en-US"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6734175" y="1954530"/>
            <a:ext cx="2885037" cy="2628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en-US" altLang="en-US" sz="1350">
                <a:solidFill>
                  <a:schemeClr val="tx2"/>
                </a:solidFill>
                <a:cs typeface="+mn-lt"/>
              </a:rPr>
              <a:t>requirePermission(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操作者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, 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资源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)</a:t>
            </a:r>
            <a:endParaRPr lang="en-US" altLang="zh-CN"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6734175" y="2527964"/>
            <a:ext cx="1932985" cy="2628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350">
                <a:solidFill>
                  <a:schemeClr val="tx2"/>
                </a:solidFill>
                <a:cs typeface="+mn-lt"/>
              </a:rPr>
              <a:t>角色判定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+ 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可见级过滤</a:t>
            </a:r>
            <a:endParaRPr lang="zh-CN" altLang="en-US"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6734175" y="3101397"/>
            <a:ext cx="1654521" cy="2628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350">
                <a:solidFill>
                  <a:schemeClr val="tx2"/>
                </a:solidFill>
                <a:cs typeface="+mn-lt"/>
              </a:rPr>
              <a:t>放行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或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业务层拒绝</a:t>
            </a:r>
            <a:endParaRPr lang="zh-CN" altLang="en-US"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13"/>
            </p:custDataLst>
          </p:nvPr>
        </p:nvSpPr>
        <p:spPr>
          <a:xfrm>
            <a:off x="6327233" y="883307"/>
            <a:ext cx="5176334" cy="1902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152" h="30">
                <a:moveTo>
                  <a:pt x="131" y="0"/>
                </a:moveTo>
                <a:lnTo>
                  <a:pt x="8021" y="0"/>
                </a:lnTo>
                <a:cubicBezTo>
                  <a:pt x="8068" y="0"/>
                  <a:pt x="8112" y="11"/>
                  <a:pt x="8152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14"/>
            </p:custDataLst>
          </p:nvPr>
        </p:nvSpPr>
        <p:spPr>
          <a:xfrm>
            <a:off x="575945" y="3756025"/>
            <a:ext cx="11039475" cy="2715895"/>
          </a:xfrm>
          <a:custGeom>
            <a:avLst/>
            <a:gdLst>
              <a:gd name="sw" fmla="*/ 1 w 17385"/>
              <a:gd name="sh" fmla="*/ 1 h 4276"/>
              <a:gd name="mins" fmla="min sw sh"/>
              <a:gd name="dsw" fmla="+- 0 sw mins"/>
              <a:gd name="dsh" fmla="+- 0 sh mins"/>
              <a:gd name="p0x0" fmla="*/ 300 w 17385"/>
              <a:gd name="p0y0" fmla="*/ 0 h 4276"/>
              <a:gd name="p0x1" fmla="*/ 17085 w 17385"/>
              <a:gd name="p0y1" fmla="*/ 0 h 4276"/>
              <a:gd name="p0x2" fmla="*/ 17250 w 17385"/>
              <a:gd name="p0y2" fmla="*/ 0 h 4276"/>
              <a:gd name="p0x3" fmla="*/ 17385 w 17385"/>
              <a:gd name="p0y3" fmla="*/ 134 h 4276"/>
              <a:gd name="p0x4" fmla="*/ 17385 w 17385"/>
              <a:gd name="p0y4" fmla="*/ 300 h 4276"/>
              <a:gd name="p0x5" fmla="*/ 17385 w 17385"/>
              <a:gd name="p0y5" fmla="*/ 3976 h 4276"/>
              <a:gd name="p0x6" fmla="*/ 17385 w 17385"/>
              <a:gd name="p0y6" fmla="*/ 4142 h 4276"/>
              <a:gd name="p0x7" fmla="*/ 17250 w 17385"/>
              <a:gd name="p0y7" fmla="*/ 4276 h 4276"/>
              <a:gd name="p0x8" fmla="*/ 17085 w 17385"/>
              <a:gd name="p0y8" fmla="*/ 4276 h 4276"/>
              <a:gd name="p0x9" fmla="*/ 300 w 17385"/>
              <a:gd name="p0y9" fmla="*/ 4276 h 4276"/>
              <a:gd name="p0x10" fmla="*/ 134 w 17385"/>
              <a:gd name="p0y10" fmla="*/ 4276 h 4276"/>
              <a:gd name="p0x11" fmla="*/ 0 w 17385"/>
              <a:gd name="p0y11" fmla="*/ 4142 h 4276"/>
              <a:gd name="p0x12" fmla="*/ 0 w 17385"/>
              <a:gd name="p0y12" fmla="*/ 3976 h 4276"/>
              <a:gd name="p0x13" fmla="*/ 0 w 17385"/>
              <a:gd name="p0y13" fmla="*/ 300 h 4276"/>
              <a:gd name="p0x14" fmla="*/ 0 w 17385"/>
              <a:gd name="p0y14" fmla="*/ 134 h 4276"/>
              <a:gd name="p0x15" fmla="*/ 134 w 17385"/>
              <a:gd name="p0y15" fmla="*/ 0 h 4276"/>
              <a:gd name="p0x16" fmla="*/ 300 w 17385"/>
              <a:gd name="p0y16" fmla="*/ 0 h 42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3347"/>
                  <a:lumOff val="46653"/>
                </a:schemeClr>
              </a:gs>
              <a:gs pos="100000">
                <a:srgbClr val="EAF5FD"/>
              </a:gs>
            </a:gsLst>
            <a:lin ang="2700000"/>
          </a:gradFill>
          <a:ln w="9525" cmpd="sng">
            <a:solidFill>
              <a:schemeClr val="accent6">
                <a:alpha val="18039"/>
              </a:schemeClr>
            </a:solidFill>
            <a:prstDash val="solid"/>
          </a:ln>
          <a:effectLst>
            <a:outerShdw blurRad="114300" dist="19050" dir="5399999" algn="ctr" rotWithShape="0">
              <a:srgbClr val="1A547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15"/>
            </p:custDataLst>
          </p:nvPr>
        </p:nvSpPr>
        <p:spPr>
          <a:xfrm>
            <a:off x="4260133" y="3913803"/>
            <a:ext cx="3671735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650" b="1">
                <a:solidFill>
                  <a:schemeClr val="tx2"/>
                </a:solidFill>
                <a:cs typeface="+mn-lt"/>
              </a:rPr>
              <a:t>质量保障：在</a:t>
            </a:r>
            <a:r>
              <a:rPr lang="en-US" altLang="zh-CN" sz="1650" b="1">
                <a:solidFill>
                  <a:schemeClr val="tx2"/>
                </a:solidFill>
                <a:cs typeface="+mn-lt"/>
              </a:rPr>
              <a:t> 224 </a:t>
            </a:r>
            <a:r>
              <a:rPr lang="zh-CN" altLang="en-US" sz="1650" b="1">
                <a:solidFill>
                  <a:schemeClr val="tx2"/>
                </a:solidFill>
                <a:cs typeface="+mn-lt"/>
              </a:rPr>
              <a:t>个既有用例上延伸</a:t>
            </a:r>
            <a:endParaRPr lang="zh-CN" altLang="en-US" sz="16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3" name="任意多边形 32"/>
          <p:cNvSpPr/>
          <p:nvPr>
            <p:custDataLst>
              <p:tags r:id="rId16"/>
            </p:custDataLst>
          </p:nvPr>
        </p:nvSpPr>
        <p:spPr>
          <a:xfrm>
            <a:off x="775970" y="4275455"/>
            <a:ext cx="3463925" cy="2034540"/>
          </a:xfrm>
          <a:custGeom>
            <a:avLst/>
            <a:gdLst>
              <a:gd name="sw" fmla="*/ 1 w 5454"/>
              <a:gd name="sh" fmla="*/ 1 h 3204"/>
              <a:gd name="mins" fmla="min sw sh"/>
              <a:gd name="dsw" fmla="+- 0 sw mins"/>
              <a:gd name="dsh" fmla="+- 0 sh mins"/>
              <a:gd name="p0x0" fmla="*/ 210 w 5454"/>
              <a:gd name="p0y0" fmla="*/ 0 h 3204"/>
              <a:gd name="p0x1" fmla="*/ 5244 w 5454"/>
              <a:gd name="p0y1" fmla="*/ 0 h 3204"/>
              <a:gd name="p0x2" fmla="*/ 5360 w 5454"/>
              <a:gd name="p0y2" fmla="*/ 0 h 3204"/>
              <a:gd name="p0x3" fmla="*/ 5454 w 5454"/>
              <a:gd name="p0y3" fmla="*/ 94 h 3204"/>
              <a:gd name="p0x4" fmla="*/ 5454 w 5454"/>
              <a:gd name="p0y4" fmla="*/ 210 h 3204"/>
              <a:gd name="p0x5" fmla="*/ 5454 w 5454"/>
              <a:gd name="p0y5" fmla="*/ 2994 h 3204"/>
              <a:gd name="p0x6" fmla="*/ 5454 w 5454"/>
              <a:gd name="p0y6" fmla="*/ 3110 h 3204"/>
              <a:gd name="p0x7" fmla="*/ 5360 w 5454"/>
              <a:gd name="p0y7" fmla="*/ 3204 h 3204"/>
              <a:gd name="p0x8" fmla="*/ 5244 w 5454"/>
              <a:gd name="p0y8" fmla="*/ 3204 h 3204"/>
              <a:gd name="p0x9" fmla="*/ 210 w 5454"/>
              <a:gd name="p0y9" fmla="*/ 3204 h 3204"/>
              <a:gd name="p0x10" fmla="*/ 94 w 5454"/>
              <a:gd name="p0y10" fmla="*/ 3204 h 3204"/>
              <a:gd name="p0x11" fmla="*/ 0 w 5454"/>
              <a:gd name="p0y11" fmla="*/ 3110 h 3204"/>
              <a:gd name="p0x12" fmla="*/ 0 w 5454"/>
              <a:gd name="p0y12" fmla="*/ 2994 h 3204"/>
              <a:gd name="p0x13" fmla="*/ 0 w 5454"/>
              <a:gd name="p0y13" fmla="*/ 210 h 3204"/>
              <a:gd name="p0x14" fmla="*/ 0 w 5454"/>
              <a:gd name="p0y14" fmla="*/ 94 h 3204"/>
              <a:gd name="p0x15" fmla="*/ 94 w 5454"/>
              <a:gd name="p0y15" fmla="*/ 0 h 3204"/>
              <a:gd name="p0x16" fmla="*/ 210 w 5454"/>
              <a:gd name="p0y16" fmla="*/ 0 h 32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noFill/>
          <a:ln w="9525" cmpd="sng">
            <a:solidFill>
              <a:schemeClr val="accent1">
                <a:lumMod val="20732"/>
                <a:lumOff val="7926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17"/>
            </p:custDataLst>
          </p:nvPr>
        </p:nvSpPr>
        <p:spPr>
          <a:xfrm>
            <a:off x="895350" y="5034924"/>
            <a:ext cx="32257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cs typeface="+mn-lt"/>
              </a:rPr>
              <a:t>权限矩阵参数化测试</a:t>
            </a:r>
            <a:endParaRPr sz="1200" b="1" spc="72">
              <a:solidFill>
                <a:schemeClr val="accent1"/>
              </a:solidFill>
              <a:cs typeface="+mn-lt"/>
            </a:endParaRPr>
          </a:p>
        </p:txBody>
      </p:sp>
      <p:sp>
        <p:nvSpPr>
          <p:cNvPr id="35" name="文本框 34"/>
          <p:cNvSpPr txBox="1"/>
          <p:nvPr>
            <p:custDataLst>
              <p:tags r:id="rId18"/>
            </p:custDataLst>
          </p:nvPr>
        </p:nvSpPr>
        <p:spPr>
          <a:xfrm>
            <a:off x="895350" y="5298767"/>
            <a:ext cx="3225775" cy="2628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350">
                <a:solidFill>
                  <a:srgbClr val="3D6B7E"/>
                </a:solidFill>
                <a:cs typeface="+mn-lt"/>
              </a:rPr>
              <a:t>角色</a:t>
            </a:r>
            <a:r>
              <a:rPr lang="en-US" altLang="zh-CN" sz="1350">
                <a:solidFill>
                  <a:srgbClr val="3D6B7E"/>
                </a:solidFill>
                <a:cs typeface="+mn-lt"/>
              </a:rPr>
              <a:t> </a:t>
            </a:r>
            <a:r>
              <a:rPr lang="zh-CN" altLang="en-US" sz="1350">
                <a:solidFill>
                  <a:srgbClr val="3D6B7E"/>
                </a:solidFill>
                <a:cs typeface="+mn-lt"/>
              </a:rPr>
              <a:t>×</a:t>
            </a:r>
            <a:r>
              <a:rPr lang="en-US" altLang="zh-CN" sz="1350">
                <a:solidFill>
                  <a:srgbClr val="3D6B7E"/>
                </a:solidFill>
                <a:cs typeface="+mn-lt"/>
              </a:rPr>
              <a:t> </a:t>
            </a:r>
            <a:r>
              <a:rPr lang="zh-CN" altLang="en-US" sz="1350">
                <a:solidFill>
                  <a:srgbClr val="3D6B7E"/>
                </a:solidFill>
                <a:cs typeface="+mn-lt"/>
              </a:rPr>
              <a:t>操作全组合自动化验证</a:t>
            </a:r>
            <a:endParaRPr lang="zh-CN" altLang="en-US"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36" name="任意多边形 35"/>
          <p:cNvSpPr/>
          <p:nvPr>
            <p:custDataLst>
              <p:tags r:id="rId19"/>
            </p:custDataLst>
          </p:nvPr>
        </p:nvSpPr>
        <p:spPr>
          <a:xfrm>
            <a:off x="4363720" y="4275455"/>
            <a:ext cx="3463925" cy="2034540"/>
          </a:xfrm>
          <a:custGeom>
            <a:avLst/>
            <a:gdLst>
              <a:gd name="sw" fmla="*/ 1 w 5454"/>
              <a:gd name="sh" fmla="*/ 1 h 3204"/>
              <a:gd name="mins" fmla="min sw sh"/>
              <a:gd name="dsw" fmla="+- 0 sw mins"/>
              <a:gd name="dsh" fmla="+- 0 sh mins"/>
              <a:gd name="p0x0" fmla="*/ 210 w 5454"/>
              <a:gd name="p0y0" fmla="*/ 0 h 3204"/>
              <a:gd name="p0x1" fmla="*/ 5244 w 5454"/>
              <a:gd name="p0y1" fmla="*/ 0 h 3204"/>
              <a:gd name="p0x2" fmla="*/ 5360 w 5454"/>
              <a:gd name="p0y2" fmla="*/ 0 h 3204"/>
              <a:gd name="p0x3" fmla="*/ 5454 w 5454"/>
              <a:gd name="p0y3" fmla="*/ 94 h 3204"/>
              <a:gd name="p0x4" fmla="*/ 5454 w 5454"/>
              <a:gd name="p0y4" fmla="*/ 210 h 3204"/>
              <a:gd name="p0x5" fmla="*/ 5454 w 5454"/>
              <a:gd name="p0y5" fmla="*/ 2994 h 3204"/>
              <a:gd name="p0x6" fmla="*/ 5454 w 5454"/>
              <a:gd name="p0y6" fmla="*/ 3110 h 3204"/>
              <a:gd name="p0x7" fmla="*/ 5360 w 5454"/>
              <a:gd name="p0y7" fmla="*/ 3204 h 3204"/>
              <a:gd name="p0x8" fmla="*/ 5244 w 5454"/>
              <a:gd name="p0y8" fmla="*/ 3204 h 3204"/>
              <a:gd name="p0x9" fmla="*/ 210 w 5454"/>
              <a:gd name="p0y9" fmla="*/ 3204 h 3204"/>
              <a:gd name="p0x10" fmla="*/ 94 w 5454"/>
              <a:gd name="p0y10" fmla="*/ 3204 h 3204"/>
              <a:gd name="p0x11" fmla="*/ 0 w 5454"/>
              <a:gd name="p0y11" fmla="*/ 3110 h 3204"/>
              <a:gd name="p0x12" fmla="*/ 0 w 5454"/>
              <a:gd name="p0y12" fmla="*/ 2994 h 3204"/>
              <a:gd name="p0x13" fmla="*/ 0 w 5454"/>
              <a:gd name="p0y13" fmla="*/ 210 h 3204"/>
              <a:gd name="p0x14" fmla="*/ 0 w 5454"/>
              <a:gd name="p0y14" fmla="*/ 94 h 3204"/>
              <a:gd name="p0x15" fmla="*/ 94 w 5454"/>
              <a:gd name="p0y15" fmla="*/ 0 h 3204"/>
              <a:gd name="p0x16" fmla="*/ 210 w 5454"/>
              <a:gd name="p0y16" fmla="*/ 0 h 32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noFill/>
          <a:ln w="9525" cmpd="sng">
            <a:solidFill>
              <a:schemeClr val="accent1">
                <a:lumMod val="20732"/>
                <a:lumOff val="7926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20"/>
            </p:custDataLst>
          </p:nvPr>
        </p:nvSpPr>
        <p:spPr>
          <a:xfrm>
            <a:off x="4483074" y="4914900"/>
            <a:ext cx="32257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cs typeface="+mn-lt"/>
              </a:rPr>
              <a:t>审核状态机全覆盖</a:t>
            </a:r>
            <a:endParaRPr sz="1200" b="1" spc="72">
              <a:solidFill>
                <a:schemeClr val="accent1"/>
              </a:solidFill>
              <a:cs typeface="+mn-lt"/>
            </a:endParaRPr>
          </a:p>
        </p:txBody>
      </p:sp>
      <p:sp>
        <p:nvSpPr>
          <p:cNvPr id="38" name="文本框 37"/>
          <p:cNvSpPr txBox="1"/>
          <p:nvPr>
            <p:custDataLst>
              <p:tags r:id="rId21"/>
            </p:custDataLst>
          </p:nvPr>
        </p:nvSpPr>
        <p:spPr>
          <a:xfrm>
            <a:off x="4483074" y="5178742"/>
            <a:ext cx="3225775" cy="5028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en-US" sz="1350">
                <a:solidFill>
                  <a:srgbClr val="3D6B7E"/>
                </a:solidFill>
                <a:cs typeface="+mn-lt"/>
              </a:rPr>
              <a:t>pending → passed / rejected </a:t>
            </a:r>
            <a:r>
              <a:rPr lang="zh-CN" sz="1350">
                <a:solidFill>
                  <a:srgbClr val="3D6B7E"/>
                </a:solidFill>
                <a:cs typeface="+mn-lt"/>
              </a:rPr>
              <a:t>每条边可达</a:t>
            </a:r>
            <a:endParaRPr lang="zh-CN"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39" name="任意多边形 38"/>
          <p:cNvSpPr/>
          <p:nvPr>
            <p:custDataLst>
              <p:tags r:id="rId22"/>
            </p:custDataLst>
          </p:nvPr>
        </p:nvSpPr>
        <p:spPr>
          <a:xfrm>
            <a:off x="7951470" y="4275455"/>
            <a:ext cx="3463925" cy="2034540"/>
          </a:xfrm>
          <a:custGeom>
            <a:avLst/>
            <a:gdLst>
              <a:gd name="sw" fmla="*/ 1 w 5454"/>
              <a:gd name="sh" fmla="*/ 1 h 3204"/>
              <a:gd name="mins" fmla="min sw sh"/>
              <a:gd name="dsw" fmla="+- 0 sw mins"/>
              <a:gd name="dsh" fmla="+- 0 sh mins"/>
              <a:gd name="p0x0" fmla="*/ 210 w 5454"/>
              <a:gd name="p0y0" fmla="*/ 0 h 3204"/>
              <a:gd name="p0x1" fmla="*/ 5244 w 5454"/>
              <a:gd name="p0y1" fmla="*/ 0 h 3204"/>
              <a:gd name="p0x2" fmla="*/ 5360 w 5454"/>
              <a:gd name="p0y2" fmla="*/ 0 h 3204"/>
              <a:gd name="p0x3" fmla="*/ 5454 w 5454"/>
              <a:gd name="p0y3" fmla="*/ 94 h 3204"/>
              <a:gd name="p0x4" fmla="*/ 5454 w 5454"/>
              <a:gd name="p0y4" fmla="*/ 210 h 3204"/>
              <a:gd name="p0x5" fmla="*/ 5454 w 5454"/>
              <a:gd name="p0y5" fmla="*/ 2994 h 3204"/>
              <a:gd name="p0x6" fmla="*/ 5454 w 5454"/>
              <a:gd name="p0y6" fmla="*/ 3110 h 3204"/>
              <a:gd name="p0x7" fmla="*/ 5360 w 5454"/>
              <a:gd name="p0y7" fmla="*/ 3204 h 3204"/>
              <a:gd name="p0x8" fmla="*/ 5244 w 5454"/>
              <a:gd name="p0y8" fmla="*/ 3204 h 3204"/>
              <a:gd name="p0x9" fmla="*/ 210 w 5454"/>
              <a:gd name="p0y9" fmla="*/ 3204 h 3204"/>
              <a:gd name="p0x10" fmla="*/ 94 w 5454"/>
              <a:gd name="p0y10" fmla="*/ 3204 h 3204"/>
              <a:gd name="p0x11" fmla="*/ 0 w 5454"/>
              <a:gd name="p0y11" fmla="*/ 3110 h 3204"/>
              <a:gd name="p0x12" fmla="*/ 0 w 5454"/>
              <a:gd name="p0y12" fmla="*/ 2994 h 3204"/>
              <a:gd name="p0x13" fmla="*/ 0 w 5454"/>
              <a:gd name="p0y13" fmla="*/ 210 h 3204"/>
              <a:gd name="p0x14" fmla="*/ 0 w 5454"/>
              <a:gd name="p0y14" fmla="*/ 94 h 3204"/>
              <a:gd name="p0x15" fmla="*/ 94 w 5454"/>
              <a:gd name="p0y15" fmla="*/ 0 h 3204"/>
              <a:gd name="p0x16" fmla="*/ 210 w 5454"/>
              <a:gd name="p0y16" fmla="*/ 0 h 32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noFill/>
          <a:ln w="9525" cmpd="sng">
            <a:solidFill>
              <a:schemeClr val="accent1">
                <a:lumMod val="20732"/>
                <a:lumOff val="7926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23"/>
            </p:custDataLst>
          </p:nvPr>
        </p:nvSpPr>
        <p:spPr>
          <a:xfrm>
            <a:off x="8070799" y="5034924"/>
            <a:ext cx="32257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cs typeface="+mn-lt"/>
              </a:rPr>
              <a:t>通知与聊天并发测试</a:t>
            </a:r>
            <a:endParaRPr sz="1200" b="1" spc="72">
              <a:solidFill>
                <a:schemeClr val="accent1"/>
              </a:solidFill>
              <a:cs typeface="+mn-lt"/>
            </a:endParaRPr>
          </a:p>
        </p:txBody>
      </p:sp>
      <p:sp>
        <p:nvSpPr>
          <p:cNvPr id="41" name="文本框 40"/>
          <p:cNvSpPr txBox="1"/>
          <p:nvPr>
            <p:custDataLst>
              <p:tags r:id="rId24"/>
            </p:custDataLst>
          </p:nvPr>
        </p:nvSpPr>
        <p:spPr>
          <a:xfrm>
            <a:off x="8070799" y="5298767"/>
            <a:ext cx="3225775" cy="2628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350">
                <a:solidFill>
                  <a:srgbClr val="3D6B7E"/>
                </a:solidFill>
                <a:cs typeface="+mn-lt"/>
              </a:rPr>
              <a:t>多用户同时读写不丢消息、不错序</a:t>
            </a:r>
            <a:endParaRPr sz="1350">
              <a:solidFill>
                <a:srgbClr val="3D6B7E"/>
              </a:solidFill>
              <a:cs typeface="+mn-lt"/>
            </a:endParaRPr>
          </a:p>
        </p:txBody>
      </p:sp>
      <p:sp>
        <p:nvSpPr>
          <p:cNvPr id="31" name="任意多边形 30"/>
          <p:cNvSpPr/>
          <p:nvPr>
            <p:custDataLst>
              <p:tags r:id="rId25"/>
            </p:custDataLst>
          </p:nvPr>
        </p:nvSpPr>
        <p:spPr>
          <a:xfrm>
            <a:off x="688432" y="3761126"/>
            <a:ext cx="10815137" cy="1902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032" h="30">
                <a:moveTo>
                  <a:pt x="131" y="0"/>
                </a:moveTo>
                <a:lnTo>
                  <a:pt x="16901" y="0"/>
                </a:lnTo>
                <a:cubicBezTo>
                  <a:pt x="16948" y="0"/>
                  <a:pt x="16992" y="11"/>
                  <a:pt x="17032" y="30"/>
                </a:cubicBezTo>
                <a:lnTo>
                  <a:pt x="0" y="30"/>
                </a:lnTo>
                <a:cubicBezTo>
                  <a:pt x="40" y="11"/>
                  <a:pt x="84" y="0"/>
                  <a:pt x="13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1"/>
                </a:schemeClr>
              </a:gs>
              <a:gs pos="50000">
                <a:schemeClr val="accent2">
                  <a:alpha val="70001"/>
                </a:schemeClr>
              </a:gs>
              <a:gs pos="100000">
                <a:schemeClr val="accent5">
                  <a:alpha val="70001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26"/>
            </p:custDataLst>
          </p:nvPr>
        </p:nvSpPr>
        <p:spPr>
          <a:xfrm>
            <a:off x="6410325" y="1393190"/>
            <a:ext cx="247650" cy="247650"/>
          </a:xfrm>
          <a:custGeom>
            <a:avLst/>
            <a:gdLst>
              <a:gd name="sw" fmla="*/ 1 w 390"/>
              <a:gd name="sh" fmla="*/ 1 h 390"/>
              <a:gd name="mins" fmla="min sw sh"/>
              <a:gd name="dsw" fmla="+- 0 sw mins"/>
              <a:gd name="dsh" fmla="+- 0 sh mins"/>
              <a:gd name="p0x0" fmla="*/ 195 w 390"/>
              <a:gd name="p0y0" fmla="*/ 0 h 390"/>
              <a:gd name="p0x1" fmla="*/ 302 w 390"/>
              <a:gd name="p0y1" fmla="*/ 0 h 390"/>
              <a:gd name="p0x2" fmla="*/ 390 w 390"/>
              <a:gd name="p0y2" fmla="*/ 87 h 390"/>
              <a:gd name="p0x3" fmla="*/ 390 w 390"/>
              <a:gd name="p0y3" fmla="*/ 195 h 390"/>
              <a:gd name="p0x4" fmla="*/ 390 w 390"/>
              <a:gd name="p0y4" fmla="*/ 302 h 390"/>
              <a:gd name="p0x5" fmla="*/ 302 w 390"/>
              <a:gd name="p0y5" fmla="*/ 390 h 390"/>
              <a:gd name="p0x6" fmla="*/ 195 w 390"/>
              <a:gd name="p0y6" fmla="*/ 390 h 390"/>
              <a:gd name="p0x7" fmla="*/ 87 w 390"/>
              <a:gd name="p0y7" fmla="*/ 390 h 390"/>
              <a:gd name="p0x8" fmla="*/ 0 w 390"/>
              <a:gd name="p0y8" fmla="*/ 302 h 390"/>
              <a:gd name="p0x9" fmla="*/ 0 w 390"/>
              <a:gd name="p0y9" fmla="*/ 195 h 390"/>
              <a:gd name="p0x10" fmla="*/ 0 w 390"/>
              <a:gd name="p0y10" fmla="*/ 87 h 390"/>
              <a:gd name="p0x11" fmla="*/ 87 w 390"/>
              <a:gd name="p0y11" fmla="*/ 0 h 390"/>
              <a:gd name="p0x12" fmla="*/ 195 w 390"/>
              <a:gd name="p0y12" fmla="*/ 0 h 3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27"/>
            </p:custDataLst>
          </p:nvPr>
        </p:nvSpPr>
        <p:spPr>
          <a:xfrm>
            <a:off x="6498431" y="1451105"/>
            <a:ext cx="185661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9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1</a:t>
            </a:r>
            <a:endParaRPr sz="900" b="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28"/>
            </p:custDataLst>
          </p:nvPr>
        </p:nvSpPr>
        <p:spPr>
          <a:xfrm>
            <a:off x="6410325" y="1966595"/>
            <a:ext cx="247650" cy="247650"/>
          </a:xfrm>
          <a:custGeom>
            <a:avLst/>
            <a:gdLst>
              <a:gd name="sw" fmla="*/ 1 w 390"/>
              <a:gd name="sh" fmla="*/ 1 h 390"/>
              <a:gd name="mins" fmla="min sw sh"/>
              <a:gd name="dsw" fmla="+- 0 sw mins"/>
              <a:gd name="dsh" fmla="+- 0 sh mins"/>
              <a:gd name="p0x0" fmla="*/ 195 w 390"/>
              <a:gd name="p0y0" fmla="*/ 0 h 390"/>
              <a:gd name="p0x1" fmla="*/ 302 w 390"/>
              <a:gd name="p0y1" fmla="*/ 0 h 390"/>
              <a:gd name="p0x2" fmla="*/ 390 w 390"/>
              <a:gd name="p0y2" fmla="*/ 87 h 390"/>
              <a:gd name="p0x3" fmla="*/ 390 w 390"/>
              <a:gd name="p0y3" fmla="*/ 195 h 390"/>
              <a:gd name="p0x4" fmla="*/ 390 w 390"/>
              <a:gd name="p0y4" fmla="*/ 302 h 390"/>
              <a:gd name="p0x5" fmla="*/ 302 w 390"/>
              <a:gd name="p0y5" fmla="*/ 390 h 390"/>
              <a:gd name="p0x6" fmla="*/ 195 w 390"/>
              <a:gd name="p0y6" fmla="*/ 390 h 390"/>
              <a:gd name="p0x7" fmla="*/ 87 w 390"/>
              <a:gd name="p0y7" fmla="*/ 390 h 390"/>
              <a:gd name="p0x8" fmla="*/ 0 w 390"/>
              <a:gd name="p0y8" fmla="*/ 302 h 390"/>
              <a:gd name="p0x9" fmla="*/ 0 w 390"/>
              <a:gd name="p0y9" fmla="*/ 195 h 390"/>
              <a:gd name="p0x10" fmla="*/ 0 w 390"/>
              <a:gd name="p0y10" fmla="*/ 87 h 390"/>
              <a:gd name="p0x11" fmla="*/ 87 w 390"/>
              <a:gd name="p0y11" fmla="*/ 0 h 390"/>
              <a:gd name="p0x12" fmla="*/ 195 w 390"/>
              <a:gd name="p0y12" fmla="*/ 0 h 3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9"/>
            </p:custDataLst>
          </p:nvPr>
        </p:nvSpPr>
        <p:spPr>
          <a:xfrm>
            <a:off x="6498431" y="2016284"/>
            <a:ext cx="185661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9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2</a:t>
            </a:r>
            <a:endParaRPr sz="900" b="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22" name="任意多边形 21"/>
          <p:cNvSpPr/>
          <p:nvPr>
            <p:custDataLst>
              <p:tags r:id="rId30"/>
            </p:custDataLst>
          </p:nvPr>
        </p:nvSpPr>
        <p:spPr>
          <a:xfrm>
            <a:off x="6410325" y="2540000"/>
            <a:ext cx="247650" cy="247650"/>
          </a:xfrm>
          <a:custGeom>
            <a:avLst/>
            <a:gdLst>
              <a:gd name="sw" fmla="*/ 1 w 390"/>
              <a:gd name="sh" fmla="*/ 1 h 390"/>
              <a:gd name="mins" fmla="min sw sh"/>
              <a:gd name="dsw" fmla="+- 0 sw mins"/>
              <a:gd name="dsh" fmla="+- 0 sh mins"/>
              <a:gd name="p0x0" fmla="*/ 195 w 390"/>
              <a:gd name="p0y0" fmla="*/ 0 h 390"/>
              <a:gd name="p0x1" fmla="*/ 302 w 390"/>
              <a:gd name="p0y1" fmla="*/ 0 h 390"/>
              <a:gd name="p0x2" fmla="*/ 390 w 390"/>
              <a:gd name="p0y2" fmla="*/ 87 h 390"/>
              <a:gd name="p0x3" fmla="*/ 390 w 390"/>
              <a:gd name="p0y3" fmla="*/ 195 h 390"/>
              <a:gd name="p0x4" fmla="*/ 390 w 390"/>
              <a:gd name="p0y4" fmla="*/ 302 h 390"/>
              <a:gd name="p0x5" fmla="*/ 302 w 390"/>
              <a:gd name="p0y5" fmla="*/ 390 h 390"/>
              <a:gd name="p0x6" fmla="*/ 195 w 390"/>
              <a:gd name="p0y6" fmla="*/ 390 h 390"/>
              <a:gd name="p0x7" fmla="*/ 87 w 390"/>
              <a:gd name="p0y7" fmla="*/ 390 h 390"/>
              <a:gd name="p0x8" fmla="*/ 0 w 390"/>
              <a:gd name="p0y8" fmla="*/ 302 h 390"/>
              <a:gd name="p0x9" fmla="*/ 0 w 390"/>
              <a:gd name="p0y9" fmla="*/ 195 h 390"/>
              <a:gd name="p0x10" fmla="*/ 0 w 390"/>
              <a:gd name="p0y10" fmla="*/ 87 h 390"/>
              <a:gd name="p0x11" fmla="*/ 87 w 390"/>
              <a:gd name="p0y11" fmla="*/ 0 h 390"/>
              <a:gd name="p0x12" fmla="*/ 195 w 390"/>
              <a:gd name="p0y12" fmla="*/ 0 h 3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31"/>
            </p:custDataLst>
          </p:nvPr>
        </p:nvSpPr>
        <p:spPr>
          <a:xfrm>
            <a:off x="6498431" y="2590352"/>
            <a:ext cx="185661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9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3</a:t>
            </a:r>
            <a:endParaRPr sz="900" b="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6410325" y="3113405"/>
            <a:ext cx="247650" cy="247650"/>
          </a:xfrm>
          <a:custGeom>
            <a:avLst/>
            <a:gdLst>
              <a:gd name="sw" fmla="*/ 1 w 390"/>
              <a:gd name="sh" fmla="*/ 1 h 390"/>
              <a:gd name="mins" fmla="min sw sh"/>
              <a:gd name="dsw" fmla="+- 0 sw mins"/>
              <a:gd name="dsh" fmla="+- 0 sh mins"/>
              <a:gd name="p0x0" fmla="*/ 195 w 390"/>
              <a:gd name="p0y0" fmla="*/ 0 h 390"/>
              <a:gd name="p0x1" fmla="*/ 302 w 390"/>
              <a:gd name="p0y1" fmla="*/ 0 h 390"/>
              <a:gd name="p0x2" fmla="*/ 390 w 390"/>
              <a:gd name="p0y2" fmla="*/ 87 h 390"/>
              <a:gd name="p0x3" fmla="*/ 390 w 390"/>
              <a:gd name="p0y3" fmla="*/ 195 h 390"/>
              <a:gd name="p0x4" fmla="*/ 390 w 390"/>
              <a:gd name="p0y4" fmla="*/ 302 h 390"/>
              <a:gd name="p0x5" fmla="*/ 302 w 390"/>
              <a:gd name="p0y5" fmla="*/ 390 h 390"/>
              <a:gd name="p0x6" fmla="*/ 195 w 390"/>
              <a:gd name="p0y6" fmla="*/ 390 h 390"/>
              <a:gd name="p0x7" fmla="*/ 87 w 390"/>
              <a:gd name="p0y7" fmla="*/ 390 h 390"/>
              <a:gd name="p0x8" fmla="*/ 0 w 390"/>
              <a:gd name="p0y8" fmla="*/ 302 h 390"/>
              <a:gd name="p0x9" fmla="*/ 0 w 390"/>
              <a:gd name="p0y9" fmla="*/ 195 h 390"/>
              <a:gd name="p0x10" fmla="*/ 0 w 390"/>
              <a:gd name="p0y10" fmla="*/ 87 h 390"/>
              <a:gd name="p0x11" fmla="*/ 87 w 390"/>
              <a:gd name="p0y11" fmla="*/ 0 h 390"/>
              <a:gd name="p0x12" fmla="*/ 195 w 390"/>
              <a:gd name="p0y12" fmla="*/ 0 h 3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6498431" y="3163786"/>
            <a:ext cx="185661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9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4</a:t>
            </a:r>
            <a:endParaRPr sz="900" b="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121150" y="708660"/>
            <a:ext cx="365823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计划内的时间安排</a:t>
            </a:r>
            <a:endParaRPr lang="zh-CN" sz="2400" b="1">
              <a:solidFill>
                <a:srgbClr val="1A4A5E"/>
              </a:solidFill>
              <a:latin typeface="+mj-lt"/>
              <a:ea typeface="+mj-ea"/>
              <a:cs typeface="+mj-lt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33400" y="1166495"/>
          <a:ext cx="11039483" cy="4824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864"/>
                <a:gridCol w="1557655"/>
                <a:gridCol w="5065943"/>
                <a:gridCol w="2760021"/>
              </a:tblGrid>
              <a:tr h="398115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阶段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时间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内容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cs typeface="+mn-lt"/>
                        </a:rPr>
                        <a:t>预期</a:t>
                      </a:r>
                      <a:r>
                        <a:rPr lang="zh-CN" sz="1800" b="1">
                          <a:solidFill>
                            <a:srgbClr val="FFFFFF"/>
                          </a:solidFill>
                          <a:cs typeface="+mn-lt"/>
                        </a:rPr>
                        <a:t>进度</a:t>
                      </a:r>
                      <a:endParaRPr lang="zh-CN"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26392">
                <a:tc>
                  <a:txBody>
                    <a:bodyPr wrap="square"/>
                    <a:p>
                      <a:pPr algn="l"/>
                      <a:r>
                        <a:rPr 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项目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开题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A4A5E"/>
                          </a:solidFill>
                          <a:cs typeface="+mn-lt"/>
                        </a:rPr>
                        <a:t>2026.09</a:t>
                      </a:r>
                      <a:r>
                        <a:rPr lang="en-US" sz="1500" b="0">
                          <a:solidFill>
                            <a:srgbClr val="1A4A5E"/>
                          </a:solidFill>
                          <a:cs typeface="+mn-lt"/>
                        </a:rPr>
                        <a:t>.23</a:t>
                      </a:r>
                      <a:endParaRPr lang="en-US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提交</a:t>
                      </a:r>
                      <a:r>
                        <a:rPr sz="1500" b="0">
                          <a:solidFill>
                            <a:srgbClr val="1A4A5E"/>
                          </a:solidFill>
                          <a:cs typeface="+mn-lt"/>
                        </a:rPr>
                        <a:t>开题报告</a:t>
                      </a:r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视频与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ppt</a:t>
                      </a:r>
                      <a:endParaRPr lang="en-US" altLang="zh-CN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完成</a:t>
                      </a:r>
                      <a:r>
                        <a:rPr sz="1500" b="0">
                          <a:solidFill>
                            <a:srgbClr val="1A4A5E"/>
                          </a:solidFill>
                          <a:cs typeface="+mn-lt"/>
                        </a:rPr>
                        <a:t>开题报告</a:t>
                      </a:r>
                      <a:r>
                        <a:rPr lang="zh-CN" sz="1500" b="0">
                          <a:solidFill>
                            <a:srgbClr val="1A4A5E"/>
                          </a:solidFill>
                          <a:ea typeface="宋体" panose="02010600030101010101" pitchFamily="2" charset="-122"/>
                          <a:cs typeface="+mn-lt"/>
                        </a:rPr>
                        <a:t>，制定好后续任务</a:t>
                      </a:r>
                      <a:r>
                        <a:rPr lang="zh-CN" sz="1500" b="0">
                          <a:solidFill>
                            <a:srgbClr val="1A4A5E"/>
                          </a:solidFill>
                          <a:ea typeface="宋体" panose="02010600030101010101" pitchFamily="2" charset="-122"/>
                          <a:cs typeface="+mn-lt"/>
                        </a:rPr>
                        <a:t>进度的</a:t>
                      </a:r>
                      <a:r>
                        <a:rPr lang="zh-CN" sz="1500" b="0">
                          <a:solidFill>
                            <a:srgbClr val="1A4A5E"/>
                          </a:solidFill>
                          <a:ea typeface="宋体" panose="02010600030101010101" pitchFamily="2" charset="-122"/>
                          <a:cs typeface="+mn-lt"/>
                        </a:rPr>
                        <a:t>计划</a:t>
                      </a:r>
                      <a:endParaRPr lang="zh-CN" sz="1500" b="0">
                        <a:solidFill>
                          <a:srgbClr val="1A4A5E"/>
                        </a:solidFill>
                        <a:ea typeface="宋体" panose="02010600030101010101" pitchFamily="2" charset="-122"/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1148878">
                <a:tc>
                  <a:txBody>
                    <a:bodyPr wrap="square"/>
                    <a:p>
                      <a:pPr algn="l"/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第一波展示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 </a:t>
                      </a:r>
                      <a:endParaRPr lang="zh-CN" altLang="en-US"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A4A5E"/>
                          </a:solidFill>
                          <a:cs typeface="+mn-lt"/>
                        </a:rPr>
                        <a:t>2026.10</a:t>
                      </a:r>
                      <a:r>
                        <a:rPr lang="en-US" sz="1500" b="0">
                          <a:solidFill>
                            <a:srgbClr val="1A4A5E"/>
                          </a:solidFill>
                          <a:cs typeface="+mn-lt"/>
                        </a:rPr>
                        <a:t>.14</a:t>
                      </a:r>
                      <a:endParaRPr lang="en-US" sz="1500" b="0">
                        <a:solidFill>
                          <a:srgbClr val="1A4A5E"/>
                        </a:solidFill>
                        <a:ea typeface="宋体" panose="02010600030101010101" pitchFamily="2" charset="-122"/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修复日期校验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ea typeface="宋体" panose="02010600030101010101" pitchFamily="2" charset="-122"/>
                          <a:cs typeface="+mn-lt"/>
                        </a:rPr>
                        <a:t>、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标签入口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ea typeface="宋体" panose="02010600030101010101" pitchFamily="2" charset="-122"/>
                          <a:cs typeface="+mn-lt"/>
                        </a:rPr>
                        <a:t>、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点击热区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ea typeface="宋体" panose="02010600030101010101" pitchFamily="2" charset="-122"/>
                          <a:cs typeface="+mn-lt"/>
                        </a:rPr>
                        <a:t>、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 AI 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会话隔离等几个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bug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或不足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ea typeface="宋体" panose="02010600030101010101" pitchFamily="2" charset="-122"/>
                          <a:cs typeface="+mn-lt"/>
                        </a:rPr>
                        <a:t>。新增注册身份填写、更新角色定位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ea typeface="宋体" panose="02010600030101010101" pitchFamily="2" charset="-122"/>
                          <a:cs typeface="+mn-lt"/>
                        </a:rPr>
                        <a:t>两个功能</a:t>
                      </a:r>
                      <a:endParaRPr lang="zh-CN" altLang="en-US" sz="1500" b="0">
                        <a:solidFill>
                          <a:srgbClr val="1A4A5E"/>
                        </a:solidFill>
                        <a:ea typeface="宋体" panose="02010600030101010101" pitchFamily="2" charset="-122"/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使用更加正常稳定，告别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bug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带来的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弊端</a:t>
                      </a:r>
                      <a:endParaRPr lang="zh-CN" altLang="en-US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1148878">
                <a:tc>
                  <a:txBody>
                    <a:bodyPr wrap="square"/>
                    <a:p>
                      <a:pPr algn="l"/>
                      <a:r>
                        <a:rPr lang="zh-CN" altLang="en-US" sz="1500" b="1">
                          <a:solidFill>
                            <a:schemeClr val="accent1"/>
                          </a:solidFill>
                          <a:ea typeface="宋体" panose="02010600030101010101" pitchFamily="2" charset="-122"/>
                          <a:cs typeface="+mn-lt"/>
                        </a:rPr>
                        <a:t>第二波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ea typeface="宋体" panose="02010600030101010101" pitchFamily="2" charset="-122"/>
                          <a:cs typeface="+mn-lt"/>
                        </a:rPr>
                        <a:t>展示</a:t>
                      </a:r>
                      <a:endParaRPr lang="zh-CN" altLang="en-US" sz="1500" b="1">
                        <a:solidFill>
                          <a:schemeClr val="accent1"/>
                        </a:solidFill>
                        <a:ea typeface="宋体" panose="02010600030101010101" pitchFamily="2" charset="-122"/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A4A5E"/>
                          </a:solidFill>
                          <a:cs typeface="+mn-lt"/>
                        </a:rPr>
                        <a:t>2026.11</a:t>
                      </a:r>
                      <a:r>
                        <a:rPr lang="en-US" sz="1500" b="0">
                          <a:solidFill>
                            <a:srgbClr val="1A4A5E"/>
                          </a:solidFill>
                          <a:cs typeface="+mn-lt"/>
                        </a:rPr>
                        <a:t>.25</a:t>
                      </a:r>
                      <a:endParaRPr lang="en-US" sz="1500" b="0">
                        <a:solidFill>
                          <a:srgbClr val="1A4A5E"/>
                        </a:solidFill>
                        <a:ea typeface="宋体" panose="02010600030101010101" pitchFamily="2" charset="-122"/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设置任务可见级、【我的任务】页面、子任务与任务完成进度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功能</a:t>
                      </a:r>
                      <a:endParaRPr lang="zh-CN" altLang="en-US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项目基本完工，主要功能几乎</a:t>
                      </a:r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齐全</a:t>
                      </a:r>
                      <a:endParaRPr lang="zh-CN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722486">
                <a:tc>
                  <a:txBody>
                    <a:bodyPr wrap="square"/>
                    <a:p>
                      <a:pPr algn="l"/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项目最终展示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前</a:t>
                      </a:r>
                      <a:endParaRPr lang="zh-CN" altLang="en-US"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1A4A5E"/>
                          </a:solidFill>
                          <a:cs typeface="+mn-lt"/>
                        </a:rPr>
                        <a:t>2026.11.26-12.23</a:t>
                      </a:r>
                      <a:endParaRPr lang="zh-CN" altLang="en-US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补齐团队聊天与团队通知系统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ea typeface="宋体" panose="02010600030101010101" pitchFamily="2" charset="-122"/>
                          <a:cs typeface="+mn-lt"/>
                        </a:rPr>
                        <a:t>、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资源审核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机制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ea typeface="宋体" panose="02010600030101010101" pitchFamily="2" charset="-122"/>
                          <a:cs typeface="+mn-lt"/>
                        </a:rPr>
                        <a:t>、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一键部署</a:t>
                      </a:r>
                      <a:r>
                        <a:rPr lang="zh-CN" altLang="en-US" sz="1500" b="0">
                          <a:solidFill>
                            <a:srgbClr val="1A4A5E"/>
                          </a:solidFill>
                          <a:cs typeface="+mn-lt"/>
                        </a:rPr>
                        <a:t>脚本</a:t>
                      </a:r>
                      <a:endParaRPr lang="zh-CN" altLang="en-US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项目计划内功能全部</a:t>
                      </a:r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完成</a:t>
                      </a:r>
                      <a:endParaRPr lang="zh-CN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42639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测试与完善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A4A5E"/>
                          </a:solidFill>
                          <a:cs typeface="+mn-lt"/>
                        </a:rPr>
                        <a:t>202</a:t>
                      </a:r>
                      <a:r>
                        <a:rPr lang="en-US" sz="1500" b="0">
                          <a:solidFill>
                            <a:srgbClr val="1A4A5E"/>
                          </a:solidFill>
                          <a:cs typeface="+mn-lt"/>
                        </a:rPr>
                        <a:t>6.11.26-12.23</a:t>
                      </a:r>
                      <a:endParaRPr lang="en-US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组员以不同身份多次测试，查找不足与可能出现的</a:t>
                      </a:r>
                      <a:r>
                        <a:rPr lang="en-US" altLang="zh-CN" sz="1500" b="0">
                          <a:solidFill>
                            <a:srgbClr val="1A4A5E"/>
                          </a:solidFill>
                          <a:cs typeface="+mn-lt"/>
                        </a:rPr>
                        <a:t>bug</a:t>
                      </a:r>
                      <a:endParaRPr lang="en-US" altLang="zh-CN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完善</a:t>
                      </a:r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最终版本</a:t>
                      </a:r>
                      <a:endParaRPr lang="zh-CN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  <a:tr h="426616">
                <a:tc>
                  <a:txBody>
                    <a:bodyPr wrap="square"/>
                    <a:p>
                      <a:pPr algn="l"/>
                      <a:r>
                        <a:rPr 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最终展示</a:t>
                      </a:r>
                      <a:endParaRPr lang="zh-CN"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1A4A5E"/>
                          </a:solidFill>
                          <a:cs typeface="+mn-lt"/>
                        </a:rPr>
                        <a:t>2026.12.23</a:t>
                      </a:r>
                      <a:endParaRPr lang="en-US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展示</a:t>
                      </a:r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最终成果</a:t>
                      </a:r>
                      <a:endParaRPr lang="zh-CN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提交最终项目</a:t>
                      </a:r>
                      <a:r>
                        <a:rPr lang="zh-CN" sz="1500" b="0">
                          <a:solidFill>
                            <a:srgbClr val="1A4A5E"/>
                          </a:solidFill>
                          <a:cs typeface="+mn-lt"/>
                        </a:rPr>
                        <a:t>成果</a:t>
                      </a:r>
                      <a:endParaRPr lang="zh-CN" sz="1500" b="0">
                        <a:solidFill>
                          <a:srgbClr val="1A4A5E"/>
                        </a:solidFill>
                        <a:cs typeface="+mn-lt"/>
                      </a:endParaRPr>
                    </a:p>
                  </a:txBody>
                  <a:tcPr marL="95250" marR="95250" marT="47625" marB="47625" anchor="ctr">
                    <a:lnL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lumMod val="20732"/>
                          <a:lumOff val="79268"/>
                        </a:schemeClr>
                      </a:solidFill>
                      <a:prstDash val="solid"/>
                    </a:lnB>
                    <a:solidFill>
                      <a:schemeClr val="bg2">
                        <a:lumMod val="53347"/>
                        <a:lumOff val="46653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571500" y="6234430"/>
            <a:ext cx="11049000" cy="241935"/>
            <a:chOff x="900" y="9333"/>
            <a:chExt cx="17400" cy="866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900" y="9333"/>
              <a:ext cx="17400" cy="866"/>
            </a:xfrm>
            <a:custGeom>
              <a:avLst/>
              <a:gdLst>
                <a:gd name="sw" fmla="*/ 1 w 17400"/>
                <a:gd name="sh" fmla="*/ 1 h 866"/>
                <a:gd name="mins" fmla="min sw sh"/>
                <a:gd name="dsw" fmla="+- 0 sw mins"/>
                <a:gd name="dsh" fmla="+- 0 sh mins"/>
                <a:gd name="p0x0" fmla="*/ 0 w 17400"/>
                <a:gd name="p0y0" fmla="*/ 0 h 866"/>
                <a:gd name="p0x1" fmla="*/ 17400 w 17400"/>
                <a:gd name="p0y1" fmla="*/ 0 h 866"/>
                <a:gd name="p0x2" fmla="*/ 17400 w 17400"/>
                <a:gd name="p0y2" fmla="*/ 866 h 866"/>
                <a:gd name="p0x3" fmla="*/ 0 w 17400"/>
                <a:gd name="p0y3" fmla="*/ 866 h 866"/>
                <a:gd name="p0x4" fmla="*/ 0 w 17400"/>
                <a:gd name="p0y4" fmla="*/ 0 h 86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900" y="9333"/>
              <a:ext cx="17400" cy="15"/>
            </a:xfrm>
            <a:custGeom>
              <a:avLst/>
              <a:gdLst>
                <a:gd name="sw" fmla="*/ 1 w 17400"/>
                <a:gd name="sh" fmla="*/ 1 h 15"/>
                <a:gd name="mins" fmla="min sw sh"/>
                <a:gd name="dsw" fmla="+- 0 sw mins"/>
                <a:gd name="dsh" fmla="+- 0 sh mins"/>
                <a:gd name="p0x0" fmla="*/ 0 w 17400"/>
                <a:gd name="p0y0" fmla="*/ 0 h 15"/>
                <a:gd name="p0x1" fmla="*/ 17400 w 17400"/>
                <a:gd name="p0y1" fmla="*/ 0 h 15"/>
                <a:gd name="p0x2" fmla="*/ 17400 w 17400"/>
                <a:gd name="p0y2" fmla="*/ 15 h 15"/>
                <a:gd name="p0x3" fmla="*/ 0 w 17400"/>
                <a:gd name="p0y3" fmla="*/ 15 h 15"/>
                <a:gd name="p0x4" fmla="*/ 0 w 1740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lumMod val="20732"/>
                <a:lumOff val="7926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476250" y="63881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D6B7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608330" y="6295390"/>
            <a:ext cx="9601835" cy="2425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200">
                <a:solidFill>
                  <a:srgbClr val="3D6B7E"/>
                </a:solidFill>
                <a:cs typeface="+mn-lt"/>
              </a:rPr>
              <a:t>注：时间为</a:t>
            </a:r>
            <a:r>
              <a:rPr lang="zh-CN" sz="1200">
                <a:solidFill>
                  <a:srgbClr val="3D6B7E"/>
                </a:solidFill>
                <a:cs typeface="+mn-lt"/>
              </a:rPr>
              <a:t>计划内预期，计划赶不上变化，不一定完全与之相同。目前选定功能也是初步方案，后续可能会根据实际情况增加或删除一些</a:t>
            </a:r>
            <a:r>
              <a:rPr lang="zh-CN" sz="1200">
                <a:solidFill>
                  <a:srgbClr val="3D6B7E"/>
                </a:solidFill>
                <a:cs typeface="+mn-lt"/>
              </a:rPr>
              <a:t>功能</a:t>
            </a:r>
            <a:endParaRPr lang="zh-CN" sz="1200">
              <a:solidFill>
                <a:srgbClr val="3D6B7E"/>
              </a:solidFill>
              <a:cs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895" y="55880"/>
            <a:ext cx="5056505" cy="657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chemeClr val="bg2">
                    <a:lumMod val="10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有条不紊，按部就班</a:t>
            </a:r>
            <a:endParaRPr lang="zh-CN" altLang="en-US" sz="4000" b="1">
              <a:solidFill>
                <a:schemeClr val="bg2">
                  <a:lumMod val="10000"/>
                </a:schemeClr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2046465"/>
            <a:ext cx="906961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0077B6"/>
                </a:solidFill>
                <a:latin typeface="MiSans Demibold" panose="00000700000000000000" charset="-122"/>
                <a:ea typeface="MiSans Demibold" panose="00000700000000000000" charset="-122"/>
              </a:rPr>
              <a:t>ENDING</a:t>
            </a:r>
            <a:endParaRPr sz="1050" b="1" spc="315">
              <a:solidFill>
                <a:srgbClr val="0077B6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2533015"/>
            <a:ext cx="6287135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36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如有不足，</a:t>
            </a:r>
            <a:r>
              <a:rPr sz="3600" b="1">
                <a:solidFill>
                  <a:srgbClr val="1A4A5E"/>
                </a:solidFill>
                <a:latin typeface="+mj-lt"/>
                <a:ea typeface="+mj-ea"/>
                <a:cs typeface="+mj-lt"/>
              </a:rPr>
              <a:t>恳请老师批评指正</a:t>
            </a:r>
            <a:endParaRPr sz="3600" b="1">
              <a:solidFill>
                <a:srgbClr val="1A4A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666750" y="3613150"/>
            <a:ext cx="5705475" cy="9525"/>
          </a:xfrm>
          <a:prstGeom prst="rect">
            <a:avLst/>
          </a:prstGeom>
          <a:solidFill>
            <a:schemeClr val="accent1">
              <a:lumMod val="20732"/>
              <a:lumOff val="7926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66750" y="4062908"/>
            <a:ext cx="4436935" cy="75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pc="36">
                <a:solidFill>
                  <a:srgbClr val="3D6B7E"/>
                </a:solidFill>
                <a:cs typeface="+mn-lt"/>
              </a:rPr>
              <a:t>敏捷校园</a:t>
            </a:r>
            <a:r>
              <a:rPr lang="en-US" altLang="zh-CN" spc="36">
                <a:solidFill>
                  <a:srgbClr val="3D6B7E"/>
                </a:solidFill>
                <a:cs typeface="+mn-lt"/>
              </a:rPr>
              <a:t> AgileCampus —</a:t>
            </a:r>
            <a:endParaRPr lang="en-US" altLang="zh-CN" spc="36">
              <a:solidFill>
                <a:srgbClr val="3D6B7E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lang="en-US" altLang="zh-CN" spc="36">
                <a:solidFill>
                  <a:srgbClr val="3D6B7E"/>
                </a:solidFill>
                <a:cs typeface="+mn-lt"/>
              </a:rPr>
              <a:t>— Agent </a:t>
            </a:r>
            <a:r>
              <a:rPr lang="zh-CN" altLang="en-US" spc="36">
                <a:solidFill>
                  <a:srgbClr val="3D6B7E"/>
                </a:solidFill>
                <a:cs typeface="+mn-lt"/>
              </a:rPr>
              <a:t>驱动的</a:t>
            </a:r>
            <a:r>
              <a:rPr lang="zh-CN" altLang="en-US" spc="36">
                <a:solidFill>
                  <a:srgbClr val="3D6B7E"/>
                </a:solidFill>
                <a:cs typeface="+mn-lt"/>
              </a:rPr>
              <a:t>面向高校</a:t>
            </a:r>
            <a:r>
              <a:rPr lang="zh-CN" altLang="en-US" spc="36">
                <a:solidFill>
                  <a:srgbClr val="3D6B7E"/>
                </a:solidFill>
                <a:cs typeface="+mn-lt"/>
              </a:rPr>
              <a:t>学生平台</a:t>
            </a:r>
            <a:endParaRPr lang="zh-CN" altLang="en-US" spc="36">
              <a:solidFill>
                <a:srgbClr val="3D6B7E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 rot="2700000">
            <a:off x="666115" y="2110740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678305" y="212979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WM_TEMPLATE_SUBCATEGORY" val="31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">
      <a:dk1>
        <a:srgbClr val="FFFFFF"/>
      </a:dk1>
      <a:lt1>
        <a:srgbClr val="FFFFFF"/>
      </a:lt1>
      <a:dk2>
        <a:srgbClr val="1A4A5E"/>
      </a:dk2>
      <a:lt2>
        <a:srgbClr val="F0F7FF"/>
      </a:lt2>
      <a:accent1>
        <a:srgbClr val="0077B6"/>
      </a:accent1>
      <a:accent2>
        <a:srgbClr val="00A8A8"/>
      </a:accent2>
      <a:accent3>
        <a:srgbClr val="2A9D8F"/>
      </a:accent3>
      <a:accent4>
        <a:srgbClr val="5C7CFA"/>
      </a:accent4>
      <a:accent5>
        <a:srgbClr val="00B4D8"/>
      </a:accent5>
      <a:accent6>
        <a:srgbClr val="48BFE3"/>
      </a:accent6>
      <a:hlink>
        <a:srgbClr val="FFFFFF"/>
      </a:hlink>
      <a:folHlink>
        <a:srgbClr val="FFFFFF"/>
      </a:folHlink>
    </a:clrScheme>
    <a:fontScheme name="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3296</Words>
  <Application>WPS 演示</Application>
  <PresentationFormat>宽屏</PresentationFormat>
  <Paragraphs>536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MiSans Demibold</vt:lpstr>
      <vt:lpstr>华文行楷</vt:lpstr>
      <vt:lpstr>MiSans Normal</vt:lpstr>
      <vt:lpstr>Segoe Print</vt:lpstr>
      <vt:lpstr>微软雅黑</vt:lpstr>
      <vt:lpstr>Arial Unicode MS</vt:lpstr>
      <vt:lpstr>Calibri Light</vt:lpstr>
      <vt:lpstr>Calibri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WPS_1755615160</cp:lastModifiedBy>
  <cp:revision>4</cp:revision>
  <dcterms:created xsi:type="dcterms:W3CDTF">2026-09-19T14:45:00Z</dcterms:created>
  <dcterms:modified xsi:type="dcterms:W3CDTF">2026-09-21T13:43:10Z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5791BA02D71D765ED395AE6AC2A26438_41</vt:lpwstr>
  </property>
  <property fmtid="{D5CDD505-2E9C-101B-9397-08002B2CF9AE}" pid="4" name="intentionCode">
    <vt:lpwstr>wps_wpp_generate_beautifyppt</vt:lpwstr>
  </property>
  <property fmtid="{D5CDD505-2E9C-101B-9397-08002B2CF9AE}" pid="5" name="KSOAIPPTCode">
    <vt:lpwstr>ApHbZRGNcutwSK1Ui6lX7IJb96B1m7Rc61KvUhNX24QMLhuIwc47OoLhmm46tJcbGkSOfacsDMvnNrAhLuoCjM9leVZUtGKpRXCCtEBJSgaPdeAsf337tkj458onOJyPi+Wbt/xZ5UF31QdI0SiUE0OAgpUcTiz0trtu5GRXdijfShVh+Zi3xgGUZ83SY8OmYJah+4uHvpC9yu/EkxPQ0mX1zyE61QLMzJbjr7fL7CWp35mAWXMbckkkZQKVBl61XOyVB1MqvuQ8oTIucZaXHOJ8bXpIV4otR+b63o5dX9fs1iY6PcLg0kXbLPYHS9s41rjXw91ZPFhmglXY+qpzvA==</vt:lpwstr>
  </property>
</Properties>
</file>